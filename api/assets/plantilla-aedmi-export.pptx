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13" r:id="rId4"/>
    <p:sldMasterId id="2147483721" r:id="rId5"/>
  </p:sldMasterIdLst>
  <p:notesMasterIdLst>
    <p:notesMasterId r:id="rId38"/>
  </p:notesMasterIdLst>
  <p:sldIdLst>
    <p:sldId id="267" r:id="rId6"/>
    <p:sldId id="262" r:id="rId15"/>
  </p:sldIdLst>
  <p:sldSz cx="12155488" cy="6858000"/>
  <p:notesSz cx="12192000" cy="6858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5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A3F1A00-059C-CE6C-391C-A56A8A56FC52}" name="Betsabe Acuña" initials="BA" userId="S::betsabeam@phiqus.com::a8274b07-4324-4652-b6ec-53769ec48997" providerId="AD"/>
  <p188:author id="{825065D3-1D2C-B4B4-F5E5-CF551D073417}" name="Yessica Solórzano" initials="YS" userId="S::yessicasa@phiqus.com::12f0ffe1-f459-4c6d-b420-f8ad8a29305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  <a:srgbClr val="38F98E"/>
    <a:srgbClr val="F27806"/>
    <a:srgbClr val="F7AEF7"/>
    <a:srgbClr val="F178F2"/>
    <a:srgbClr val="FEE4CC"/>
    <a:srgbClr val="B5B508"/>
    <a:srgbClr val="D7FC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18C135-A5D2-4D01-AB37-834A65B40B9A}" v="1" dt="2026-03-09T01:51:55.50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Estilo oscuro 1 - Énfasis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9" y="67"/>
      </p:cViewPr>
      <p:guideLst>
        <p:guide orient="horz" pos="2880"/>
        <p:guide pos="21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microsoft.com/office/2016/11/relationships/changesInfo" Target="changesInfos/changesInfo1.xml"/><Relationship Id="rId44" Type="http://schemas.microsoft.com/office/2015/10/relationships/revisionInfo" Target="revisionInfo.xml"/><Relationship Id="rId45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lena Avilez" userId="0933586e-5a13-4fb7-a755-641e01a7e34a" providerId="ADAL" clId="{267E5269-7397-46CD-8FAB-F0AD43FBF696}"/>
    <pc:docChg chg="addSld modMainMaster">
      <pc:chgData name="Helena Avilez" userId="0933586e-5a13-4fb7-a755-641e01a7e34a" providerId="ADAL" clId="{267E5269-7397-46CD-8FAB-F0AD43FBF696}" dt="2026-03-09T01:52:30.018" v="12" actId="680"/>
      <pc:docMkLst>
        <pc:docMk/>
      </pc:docMkLst>
      <pc:sldChg chg="new">
        <pc:chgData name="Helena Avilez" userId="0933586e-5a13-4fb7-a755-641e01a7e34a" providerId="ADAL" clId="{267E5269-7397-46CD-8FAB-F0AD43FBF696}" dt="2026-03-09T01:52:30.018" v="12" actId="680"/>
        <pc:sldMkLst>
          <pc:docMk/>
          <pc:sldMk cId="2642371477" sldId="294"/>
        </pc:sldMkLst>
      </pc:sldChg>
      <pc:sldMasterChg chg="modSldLayout">
        <pc:chgData name="Helena Avilez" userId="0933586e-5a13-4fb7-a755-641e01a7e34a" providerId="ADAL" clId="{267E5269-7397-46CD-8FAB-F0AD43FBF696}" dt="2026-03-09T01:52:13.311" v="11" actId="255"/>
        <pc:sldMasterMkLst>
          <pc:docMk/>
          <pc:sldMasterMk cId="3575045552" sldId="2147483721"/>
        </pc:sldMasterMkLst>
        <pc:sldLayoutChg chg="modSp mod">
          <pc:chgData name="Helena Avilez" userId="0933586e-5a13-4fb7-a755-641e01a7e34a" providerId="ADAL" clId="{267E5269-7397-46CD-8FAB-F0AD43FBF696}" dt="2026-03-09T01:52:13.311" v="11" actId="255"/>
          <pc:sldLayoutMkLst>
            <pc:docMk/>
            <pc:sldMasterMk cId="3575045552" sldId="2147483721"/>
            <pc:sldLayoutMk cId="2936642518" sldId="2147483732"/>
          </pc:sldLayoutMkLst>
          <pc:spChg chg="mod">
            <ac:chgData name="Helena Avilez" userId="0933586e-5a13-4fb7-a755-641e01a7e34a" providerId="ADAL" clId="{267E5269-7397-46CD-8FAB-F0AD43FBF696}" dt="2026-03-09T01:52:13.311" v="11" actId="255"/>
            <ac:spMkLst>
              <pc:docMk/>
              <pc:sldMasterMk cId="3575045552" sldId="2147483721"/>
              <pc:sldLayoutMk cId="2936642518" sldId="2147483732"/>
              <ac:spMk id="6" creationId="{72BA120E-E9E6-D773-2891-C704571DBE57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95AC96-9D1B-A340-96D0-6B6229942696}" type="datetimeFigureOut">
              <a:rPr lang="es-MX" smtClean="0"/>
              <a:t>08/03/2026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44950" y="857250"/>
            <a:ext cx="4102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071665-6842-E24F-96CF-FB93CA9B41F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97740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6276437-B119-2855-32C9-BF88BEBE2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55488" cy="6858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FCE9955-3706-1EB8-C853-8D6152517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39" y="565591"/>
            <a:ext cx="1856545" cy="51017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DE9ECC7-37C2-878B-A6AB-6A2A1428ACFF}"/>
              </a:ext>
            </a:extLst>
          </p:cNvPr>
          <p:cNvSpPr txBox="1"/>
          <p:nvPr/>
        </p:nvSpPr>
        <p:spPr>
          <a:xfrm>
            <a:off x="408820" y="5987018"/>
            <a:ext cx="210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MX" sz="1795" b="1" i="0">
                <a:solidFill>
                  <a:schemeClr val="bg1"/>
                </a:solidFill>
                <a:latin typeface="Ballinger Mono Bold" pitchFamily="2" charset="77"/>
              </a:rPr>
              <a:t>&lt;Data </a:t>
            </a:r>
            <a:r>
              <a:rPr lang="es-MX" sz="1795" b="1" i="0" err="1">
                <a:solidFill>
                  <a:schemeClr val="bg1"/>
                </a:solidFill>
                <a:latin typeface="Ballinger Mono Bold" pitchFamily="2" charset="77"/>
              </a:rPr>
              <a:t>Science</a:t>
            </a:r>
            <a:r>
              <a:rPr lang="es-MX" sz="1795" b="1" i="0">
                <a:solidFill>
                  <a:schemeClr val="bg1"/>
                </a:solidFill>
                <a:latin typeface="Ballinger Mono Bold" pitchFamily="2" charset="77"/>
              </a:rPr>
              <a:t>&gt;</a:t>
            </a:r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DB2E7ED7-A1AA-7E5E-BCA7-D76F2EFB35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820" y="2246097"/>
            <a:ext cx="6264037" cy="19957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0" i="0">
                <a:solidFill>
                  <a:schemeClr val="bg1"/>
                </a:solidFill>
                <a:latin typeface="Ballinger Mono Light" pitchFamily="2" charset="77"/>
              </a:defRPr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F75A09B1-F9F4-E98C-A488-B853E0773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68623" y="6042937"/>
            <a:ext cx="4440237" cy="257493"/>
          </a:xfrm>
          <a:prstGeom prst="rect">
            <a:avLst/>
          </a:prstGeom>
        </p:spPr>
        <p:txBody>
          <a:bodyPr/>
          <a:lstStyle>
            <a:lvl1pPr algn="r">
              <a:buNone/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s-MX"/>
              <a:t>CIUDAD </a:t>
            </a:r>
            <a:r>
              <a:rPr lang="en-US" sz="1100">
                <a:solidFill>
                  <a:schemeClr val="bg1"/>
                </a:solidFill>
              </a:rPr>
              <a:t>|</a:t>
            </a:r>
            <a:r>
              <a:rPr lang="en-US" sz="1100">
                <a:solidFill>
                  <a:schemeClr val="bg1"/>
                </a:solidFill>
                <a:latin typeface="Ballinger Mono Light"/>
                <a:sym typeface="Delivery" panose="020F0503020204020204" pitchFamily="34" charset="0"/>
              </a:rPr>
              <a:t> FECHA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67078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ortad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4465356-8AC4-3F1E-64C9-68883FC38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55488" cy="6858000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46B881EB-461D-DADC-4CB5-E2770A5CB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028" y="2284062"/>
            <a:ext cx="3816466" cy="228987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50000"/>
              </a:lnSpc>
              <a:defRPr/>
            </a:lvl1pPr>
          </a:lstStyle>
          <a:p>
            <a:r>
              <a:rPr lang="es-MX"/>
              <a:t>Haz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413021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EAD09F-DA71-D283-D65D-ADD15268FE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675B96B-6DC9-00F6-0AA7-DF87117C1267}"/>
              </a:ext>
            </a:extLst>
          </p:cNvPr>
          <p:cNvSpPr txBox="1"/>
          <p:nvPr userDrawn="1"/>
        </p:nvSpPr>
        <p:spPr>
          <a:xfrm>
            <a:off x="966901" y="525984"/>
            <a:ext cx="761791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>
                <a:latin typeface="Ballinger Mono Bold"/>
              </a:rPr>
              <a:t>&lt;RESUMEN EJECUTIVO&gt;</a:t>
            </a:r>
            <a:endParaRPr lang="es-CO" sz="2600" b="1">
              <a:latin typeface="Ballinger Mono Bold"/>
            </a:endParaRP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38000DEA-30F7-98DC-B7F1-AB1435F42E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20205" y="1299789"/>
            <a:ext cx="4643438" cy="4775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indent="0" algn="just">
              <a:buNone/>
            </a:pPr>
            <a:r>
              <a:rPr lang="es-MX" sz="1400" b="1" dirty="0"/>
              <a:t>Objetivo general: </a:t>
            </a:r>
          </a:p>
          <a:p>
            <a:pPr marL="0" indent="0" algn="just">
              <a:buNone/>
            </a:pPr>
            <a:endParaRPr lang="es-MX" sz="1400" b="1" dirty="0"/>
          </a:p>
          <a:p>
            <a:pPr marL="0" indent="0" algn="just">
              <a:buNone/>
            </a:pPr>
            <a:endParaRPr lang="es-MX" sz="1400" b="1" dirty="0"/>
          </a:p>
          <a:p>
            <a:pPr marL="0" indent="0" algn="just">
              <a:buNone/>
            </a:pPr>
            <a:endParaRPr lang="es-MX" sz="1400" b="1" dirty="0"/>
          </a:p>
          <a:p>
            <a:pPr marL="0" indent="0" algn="just">
              <a:buNone/>
            </a:pPr>
            <a:r>
              <a:rPr lang="es-MX" sz="1400" b="1" dirty="0"/>
              <a:t>Objetivos específicos: </a:t>
            </a:r>
          </a:p>
        </p:txBody>
      </p:sp>
      <p:sp>
        <p:nvSpPr>
          <p:cNvPr id="2" name="Marcador de texto 39">
            <a:extLst>
              <a:ext uri="{FF2B5EF4-FFF2-40B4-BE49-F238E27FC236}">
                <a16:creationId xmlns:a16="http://schemas.microsoft.com/office/drawing/2014/main" id="{8164430A-A659-D9EF-C667-D322062A1F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1846" y="1299789"/>
            <a:ext cx="4643438" cy="4775200"/>
          </a:xfrm>
          <a:prstGeom prst="rect">
            <a:avLst/>
          </a:prstGeom>
        </p:spPr>
        <p:txBody>
          <a:bodyPr/>
          <a:lstStyle>
            <a:lvl1pPr marL="227914" indent="-227914" algn="just">
              <a:defRPr b="0"/>
            </a:lvl1pPr>
          </a:lstStyle>
          <a:p>
            <a:pPr marL="0" indent="0" algn="just">
              <a:buNone/>
            </a:pPr>
            <a:r>
              <a:rPr lang="es-MX" sz="1400" b="1" dirty="0"/>
              <a:t>Proyecto: </a:t>
            </a:r>
          </a:p>
          <a:p>
            <a:pPr marL="0" indent="0" algn="just">
              <a:buNone/>
            </a:pPr>
            <a:r>
              <a:rPr lang="es-MX" sz="1400" b="1" dirty="0"/>
              <a:t>Qué tipo de proyecto se está desarrollando y en donde</a:t>
            </a:r>
          </a:p>
          <a:p>
            <a:pPr marL="0" indent="0" algn="just">
              <a:buNone/>
            </a:pPr>
            <a:endParaRPr lang="es-MX" sz="1400" b="1" dirty="0"/>
          </a:p>
          <a:p>
            <a:pPr marL="0" indent="0" algn="just">
              <a:buNone/>
            </a:pPr>
            <a:endParaRPr lang="es-MX" sz="1400" b="1" dirty="0"/>
          </a:p>
          <a:p>
            <a:pPr marL="0" indent="0" algn="just">
              <a:buNone/>
            </a:pPr>
            <a:r>
              <a:rPr lang="es-MX" sz="1400" b="1" dirty="0"/>
              <a:t>Ubicación:</a:t>
            </a:r>
          </a:p>
          <a:p>
            <a:pPr marL="0" indent="0" algn="just">
              <a:buNone/>
            </a:pPr>
            <a:r>
              <a:rPr lang="es-MX" sz="1400" b="1" dirty="0"/>
              <a:t>Dirección:</a:t>
            </a:r>
          </a:p>
          <a:p>
            <a:pPr marL="0" indent="0" algn="just">
              <a:buNone/>
            </a:pPr>
            <a:r>
              <a:rPr lang="es-MX" sz="1400" b="1" dirty="0"/>
              <a:t>Coordenadas:</a:t>
            </a:r>
          </a:p>
          <a:p>
            <a:pPr marL="0" indent="0" algn="just">
              <a:buNone/>
            </a:pPr>
            <a:endParaRPr lang="es-MX" sz="1400" b="1" dirty="0"/>
          </a:p>
          <a:p>
            <a:pPr marL="0" indent="0" algn="just">
              <a:buNone/>
            </a:pPr>
            <a:endParaRPr lang="es-MX" sz="1400" b="1" dirty="0"/>
          </a:p>
          <a:p>
            <a:pPr marL="0" indent="0" algn="just">
              <a:buNone/>
            </a:pPr>
            <a:r>
              <a:rPr lang="es-MX" sz="1400" b="1" dirty="0"/>
              <a:t>Alcance del estudio: </a:t>
            </a:r>
          </a:p>
          <a:p>
            <a:pPr marL="0" indent="0" algn="just">
              <a:buNone/>
            </a:pPr>
            <a:endParaRPr lang="es-MX" sz="1400" b="1" dirty="0"/>
          </a:p>
        </p:txBody>
      </p:sp>
    </p:spTree>
    <p:extLst>
      <p:ext uri="{BB962C8B-B14F-4D97-AF65-F5344CB8AC3E}">
        <p14:creationId xmlns:p14="http://schemas.microsoft.com/office/powerpoint/2010/main" val="2655668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EAD09F-DA71-D283-D65D-ADD15268FE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675B96B-6DC9-00F6-0AA7-DF87117C1267}"/>
              </a:ext>
            </a:extLst>
          </p:cNvPr>
          <p:cNvSpPr txBox="1"/>
          <p:nvPr userDrawn="1"/>
        </p:nvSpPr>
        <p:spPr>
          <a:xfrm>
            <a:off x="966901" y="525984"/>
            <a:ext cx="761791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>
                <a:latin typeface="Ballinger Mono Bold"/>
              </a:rPr>
              <a:t>&lt;RESUMEN EJECUTIVO&gt;</a:t>
            </a:r>
            <a:endParaRPr lang="es-CO" sz="2600" b="1">
              <a:latin typeface="Ballinger Mono Bold"/>
            </a:endParaRP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38000DEA-30F7-98DC-B7F1-AB1435F42E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20205" y="1299789"/>
            <a:ext cx="4643438" cy="4775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indent="0" algn="just">
              <a:buNone/>
            </a:pPr>
            <a:r>
              <a:rPr lang="es-MX" sz="1400" b="1" dirty="0"/>
              <a:t>Hallazgos clave:</a:t>
            </a:r>
          </a:p>
          <a:p>
            <a:pPr marL="0" indent="0" algn="just">
              <a:buNone/>
            </a:pPr>
            <a:r>
              <a:rPr lang="es-MX" sz="1400" b="1" dirty="0"/>
              <a:t>Los </a:t>
            </a:r>
            <a:r>
              <a:rPr lang="es-MX" sz="1400" b="1" dirty="0" err="1"/>
              <a:t>insights</a:t>
            </a:r>
            <a:r>
              <a:rPr lang="es-MX" sz="1400" b="1" dirty="0"/>
              <a:t> más importantes que hallan salido de todo el estudio (barreras, conclusiones)</a:t>
            </a:r>
          </a:p>
          <a:p>
            <a:pPr marL="0" indent="0" algn="just">
              <a:buNone/>
            </a:pPr>
            <a:endParaRPr lang="es-MX" sz="1400" b="1" dirty="0"/>
          </a:p>
        </p:txBody>
      </p:sp>
      <p:sp>
        <p:nvSpPr>
          <p:cNvPr id="2" name="Marcador de texto 39">
            <a:extLst>
              <a:ext uri="{FF2B5EF4-FFF2-40B4-BE49-F238E27FC236}">
                <a16:creationId xmlns:a16="http://schemas.microsoft.com/office/drawing/2014/main" id="{8164430A-A659-D9EF-C667-D322062A1F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1846" y="1299789"/>
            <a:ext cx="4643438" cy="477520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20000"/>
              </a:lnSpc>
              <a:buNone/>
              <a:defRPr b="1"/>
            </a:lvl1pPr>
          </a:lstStyle>
          <a:p>
            <a:pPr marL="0" indent="0" algn="just">
              <a:lnSpc>
                <a:spcPct val="120000"/>
              </a:lnSpc>
              <a:buNone/>
            </a:pPr>
            <a:r>
              <a:rPr lang="es-MX" sz="1400" dirty="0"/>
              <a:t>Uso del estudio: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s-MX" sz="1400" dirty="0"/>
              <a:t>Este documento servirá como herramienta de análisis estratégico para inversionistas y desarrolladores, con el fin de definir el rumbo del desarrollo del terreno.</a:t>
            </a:r>
          </a:p>
          <a:p>
            <a:pPr marL="0" indent="0" algn="just">
              <a:buNone/>
            </a:pPr>
            <a:endParaRPr lang="es-MX" sz="1400" b="1" dirty="0"/>
          </a:p>
          <a:p>
            <a:pPr marL="0" indent="0" algn="just">
              <a:buNone/>
            </a:pPr>
            <a:r>
              <a:rPr lang="es-MX" sz="1400" b="1" dirty="0"/>
              <a:t>Metodología de recolección de datos:</a:t>
            </a:r>
          </a:p>
          <a:p>
            <a:pPr marL="0" indent="0" algn="just">
              <a:buNone/>
            </a:pPr>
            <a:endParaRPr lang="es-MX" sz="1400" b="1" dirty="0"/>
          </a:p>
        </p:txBody>
      </p:sp>
    </p:spTree>
    <p:extLst>
      <p:ext uri="{BB962C8B-B14F-4D97-AF65-F5344CB8AC3E}">
        <p14:creationId xmlns:p14="http://schemas.microsoft.com/office/powerpoint/2010/main" val="2776343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EAD09F-DA71-D283-D65D-ADD15268FE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D2A34B63-A7D4-34B2-B09F-1B8E9915941C}"/>
              </a:ext>
            </a:extLst>
          </p:cNvPr>
          <p:cNvGrpSpPr/>
          <p:nvPr userDrawn="1"/>
        </p:nvGrpSpPr>
        <p:grpSpPr>
          <a:xfrm>
            <a:off x="4653402" y="2153570"/>
            <a:ext cx="2880000" cy="2880000"/>
            <a:chOff x="4562144" y="1911481"/>
            <a:chExt cx="2880000" cy="28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9C664D19-4AB4-CBF5-8BF2-8B96669E1002}"/>
                </a:ext>
              </a:extLst>
            </p:cNvPr>
            <p:cNvSpPr/>
            <p:nvPr userDrawn="1"/>
          </p:nvSpPr>
          <p:spPr>
            <a:xfrm>
              <a:off x="6002144" y="3351481"/>
              <a:ext cx="1440000" cy="144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5FDABA00-093B-6F96-3FEE-D4A1CA5A1EF6}"/>
                </a:ext>
              </a:extLst>
            </p:cNvPr>
            <p:cNvSpPr/>
            <p:nvPr userDrawn="1"/>
          </p:nvSpPr>
          <p:spPr>
            <a:xfrm>
              <a:off x="4562144" y="3351481"/>
              <a:ext cx="1440000" cy="1440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039117DD-0750-DF76-0500-42322B901E75}"/>
                </a:ext>
              </a:extLst>
            </p:cNvPr>
            <p:cNvSpPr/>
            <p:nvPr userDrawn="1"/>
          </p:nvSpPr>
          <p:spPr>
            <a:xfrm>
              <a:off x="4562144" y="1911481"/>
              <a:ext cx="1440000" cy="144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97EC1D0A-EA08-E969-BDAF-1569EBD00537}"/>
                </a:ext>
              </a:extLst>
            </p:cNvPr>
            <p:cNvSpPr/>
            <p:nvPr userDrawn="1"/>
          </p:nvSpPr>
          <p:spPr>
            <a:xfrm>
              <a:off x="6002144" y="1911481"/>
              <a:ext cx="1440000" cy="14400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38FB724C-68AF-8514-0B59-0D8C203FFD3A}"/>
                </a:ext>
              </a:extLst>
            </p:cNvPr>
            <p:cNvSpPr/>
            <p:nvPr userDrawn="1"/>
          </p:nvSpPr>
          <p:spPr>
            <a:xfrm>
              <a:off x="5373829" y="2739481"/>
              <a:ext cx="1224000" cy="122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21FB26C-A22D-A08C-CA57-406C53533506}"/>
              </a:ext>
            </a:extLst>
          </p:cNvPr>
          <p:cNvSpPr txBox="1"/>
          <p:nvPr userDrawn="1"/>
        </p:nvSpPr>
        <p:spPr>
          <a:xfrm>
            <a:off x="4779786" y="2186886"/>
            <a:ext cx="794327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6000" b="1">
                <a:solidFill>
                  <a:schemeClr val="bg1"/>
                </a:solidFill>
                <a:effectLst/>
                <a:latin typeface="Arial Black" panose="020B0A04020102020204" pitchFamily="34" charset="0"/>
                <a:cs typeface="Aharoni" panose="020F0502020204030204" pitchFamily="2" charset="-79"/>
              </a:rPr>
              <a:t>F</a:t>
            </a:r>
            <a:endParaRPr lang="es-CO" sz="6000" b="1">
              <a:solidFill>
                <a:schemeClr val="bg1"/>
              </a:solidFill>
              <a:effectLst/>
              <a:latin typeface="Arial Black" panose="020B0A04020102020204" pitchFamily="34" charset="0"/>
              <a:cs typeface="Aharoni" panose="020F0502020204030204" pitchFamily="2" charset="-79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05938B9-4EC3-2192-A93F-38E70C8FE23A}"/>
              </a:ext>
            </a:extLst>
          </p:cNvPr>
          <p:cNvSpPr txBox="1"/>
          <p:nvPr userDrawn="1"/>
        </p:nvSpPr>
        <p:spPr>
          <a:xfrm>
            <a:off x="6690118" y="2186886"/>
            <a:ext cx="794327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6000" b="1">
                <a:solidFill>
                  <a:schemeClr val="bg1"/>
                </a:solidFill>
                <a:effectLst/>
                <a:latin typeface="Arial Black" panose="020B0A04020102020204" pitchFamily="34" charset="0"/>
                <a:cs typeface="Aharoni" panose="020F0502020204030204" pitchFamily="2" charset="-79"/>
              </a:rPr>
              <a:t>O</a:t>
            </a:r>
            <a:endParaRPr lang="es-CO" sz="6000" b="1">
              <a:solidFill>
                <a:schemeClr val="bg1"/>
              </a:solidFill>
              <a:effectLst/>
              <a:latin typeface="Arial Black" panose="020B0A04020102020204" pitchFamily="34" charset="0"/>
              <a:cs typeface="Aharoni" panose="020F0502020204030204" pitchFamily="2" charset="-79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94D69AF-FABC-19C2-8E2B-882F6FE23CB5}"/>
              </a:ext>
            </a:extLst>
          </p:cNvPr>
          <p:cNvSpPr txBox="1"/>
          <p:nvPr userDrawn="1"/>
        </p:nvSpPr>
        <p:spPr>
          <a:xfrm>
            <a:off x="4779786" y="4002667"/>
            <a:ext cx="794327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6000" b="1">
                <a:solidFill>
                  <a:schemeClr val="bg1"/>
                </a:solidFill>
                <a:effectLst/>
                <a:latin typeface="Arial Black" panose="020B0A04020102020204" pitchFamily="34" charset="0"/>
                <a:cs typeface="Aharoni" panose="020F0502020204030204" pitchFamily="2" charset="-79"/>
              </a:rPr>
              <a:t>A</a:t>
            </a:r>
            <a:endParaRPr lang="es-CO" sz="6000" b="1">
              <a:solidFill>
                <a:schemeClr val="bg1"/>
              </a:solidFill>
              <a:effectLst/>
              <a:latin typeface="Arial Black" panose="020B0A04020102020204" pitchFamily="34" charset="0"/>
              <a:cs typeface="Aharoni" panose="020F0502020204030204" pitchFamily="2" charset="-79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8261EBF-42AB-5757-0350-CF5A347F13DF}"/>
              </a:ext>
            </a:extLst>
          </p:cNvPr>
          <p:cNvSpPr txBox="1"/>
          <p:nvPr userDrawn="1"/>
        </p:nvSpPr>
        <p:spPr>
          <a:xfrm>
            <a:off x="6690118" y="4002667"/>
            <a:ext cx="794327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6000" b="1">
                <a:solidFill>
                  <a:schemeClr val="bg1"/>
                </a:solidFill>
                <a:effectLst/>
                <a:latin typeface="Arial Black" panose="020B0A04020102020204" pitchFamily="34" charset="0"/>
                <a:cs typeface="Aharoni" panose="020F0502020204030204" pitchFamily="2" charset="-79"/>
              </a:rPr>
              <a:t>D</a:t>
            </a:r>
            <a:endParaRPr lang="es-CO" sz="6000" b="1">
              <a:solidFill>
                <a:schemeClr val="bg1"/>
              </a:solidFill>
              <a:effectLst/>
              <a:latin typeface="Arial Black" panose="020B0A04020102020204" pitchFamily="34" charset="0"/>
              <a:cs typeface="Aharoni" panose="020F0502020204030204" pitchFamily="2" charset="-79"/>
            </a:endParaRPr>
          </a:p>
        </p:txBody>
      </p:sp>
      <p:sp>
        <p:nvSpPr>
          <p:cNvPr id="28" name="Marcador de contenido 27">
            <a:extLst>
              <a:ext uri="{FF2B5EF4-FFF2-40B4-BE49-F238E27FC236}">
                <a16:creationId xmlns:a16="http://schemas.microsoft.com/office/drawing/2014/main" id="{FD5D06CF-E728-FB1A-0378-C17DC2E8782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19228" y="1318863"/>
            <a:ext cx="3204000" cy="2160000"/>
          </a:xfrm>
          <a:prstGeom prst="rect">
            <a:avLst/>
          </a:prstGeom>
        </p:spPr>
        <p:txBody>
          <a:bodyPr/>
          <a:lstStyle>
            <a:lvl1pPr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MX" dirty="0"/>
              <a:t>FORTALEZAS:</a:t>
            </a:r>
            <a:endParaRPr lang="es-CO" dirty="0"/>
          </a:p>
        </p:txBody>
      </p:sp>
      <p:sp>
        <p:nvSpPr>
          <p:cNvPr id="29" name="Marcador de contenido 27">
            <a:extLst>
              <a:ext uri="{FF2B5EF4-FFF2-40B4-BE49-F238E27FC236}">
                <a16:creationId xmlns:a16="http://schemas.microsoft.com/office/drawing/2014/main" id="{FB911C79-35CF-D710-544B-A2AA171C199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19228" y="3704477"/>
            <a:ext cx="3204000" cy="2160000"/>
          </a:xfrm>
          <a:prstGeom prst="rect">
            <a:avLst/>
          </a:prstGeom>
        </p:spPr>
        <p:txBody>
          <a:bodyPr/>
          <a:lstStyle>
            <a:lvl1pPr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dirty="0"/>
              <a:t>AMENAZAS:</a:t>
            </a:r>
            <a:endParaRPr lang="es-CO" dirty="0"/>
          </a:p>
        </p:txBody>
      </p:sp>
      <p:sp>
        <p:nvSpPr>
          <p:cNvPr id="30" name="Marcador de contenido 27">
            <a:extLst>
              <a:ext uri="{FF2B5EF4-FFF2-40B4-BE49-F238E27FC236}">
                <a16:creationId xmlns:a16="http://schemas.microsoft.com/office/drawing/2014/main" id="{4463DFFA-E2FC-3495-521C-90B73988DC6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583644" y="1318862"/>
            <a:ext cx="3204000" cy="2160000"/>
          </a:xfrm>
          <a:prstGeom prst="rect">
            <a:avLst/>
          </a:prstGeom>
        </p:spPr>
        <p:txBody>
          <a:bodyPr/>
          <a:lstStyle>
            <a:lvl1pPr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MX" dirty="0"/>
              <a:t>OPORTUNIDADES:</a:t>
            </a:r>
            <a:endParaRPr lang="es-CO" dirty="0"/>
          </a:p>
        </p:txBody>
      </p:sp>
      <p:sp>
        <p:nvSpPr>
          <p:cNvPr id="31" name="Marcador de contenido 27">
            <a:extLst>
              <a:ext uri="{FF2B5EF4-FFF2-40B4-BE49-F238E27FC236}">
                <a16:creationId xmlns:a16="http://schemas.microsoft.com/office/drawing/2014/main" id="{056BFE23-6303-BC34-B595-D3E0DF530EC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583644" y="3704476"/>
            <a:ext cx="3204000" cy="2160000"/>
          </a:xfrm>
          <a:prstGeom prst="rect">
            <a:avLst/>
          </a:prstGeom>
        </p:spPr>
        <p:txBody>
          <a:bodyPr/>
          <a:lstStyle>
            <a:lvl1pPr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dirty="0"/>
              <a:t>DEBILIDADES:</a:t>
            </a:r>
            <a:endParaRPr lang="es-CO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675B96B-6DC9-00F6-0AA7-DF87117C1267}"/>
              </a:ext>
            </a:extLst>
          </p:cNvPr>
          <p:cNvSpPr txBox="1"/>
          <p:nvPr userDrawn="1"/>
        </p:nvSpPr>
        <p:spPr>
          <a:xfrm>
            <a:off x="966901" y="525984"/>
            <a:ext cx="761791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latin typeface="Ballinger Mono Bold"/>
              </a:rPr>
              <a:t>&lt;ANÁLISIS FODA&gt;</a:t>
            </a:r>
            <a:endParaRPr lang="es-CO" sz="2600" b="1" dirty="0">
              <a:latin typeface="Ballinger Mono Bold"/>
            </a:endParaRPr>
          </a:p>
        </p:txBody>
      </p:sp>
    </p:spTree>
    <p:extLst>
      <p:ext uri="{BB962C8B-B14F-4D97-AF65-F5344CB8AC3E}">
        <p14:creationId xmlns:p14="http://schemas.microsoft.com/office/powerpoint/2010/main" val="442119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EAD09F-DA71-D283-D65D-ADD15268FE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75DED8-565C-97F7-4ECA-CCA032E57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60713" y="583859"/>
            <a:ext cx="9120836" cy="509587"/>
          </a:xfrm>
          <a:prstGeom prst="rect">
            <a:avLst/>
          </a:prstGeom>
        </p:spPr>
        <p:txBody>
          <a:bodyPr/>
          <a:lstStyle>
            <a:lvl1pPr>
              <a:buNone/>
              <a:defRPr sz="2600" b="1">
                <a:latin typeface="Ballinger Mono Bold" panose="00000800000000000000" pitchFamily="2" charset="0"/>
              </a:defRPr>
            </a:lvl1pPr>
          </a:lstStyle>
          <a:p>
            <a:pPr lvl="0"/>
            <a:r>
              <a:rPr lang="es-MX"/>
              <a:t>&lt;LOCACIÓN </a:t>
            </a:r>
            <a:r>
              <a:rPr lang="es-MX" sz="2400"/>
              <a:t>| </a:t>
            </a:r>
            <a:r>
              <a:rPr lang="es-MX"/>
              <a:t>DATOS GENERALES&gt;</a:t>
            </a:r>
            <a:endParaRPr lang="es-CO"/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0FB5F3B1-D43C-072F-ED94-7FFBCB1016B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6624" y="1381760"/>
            <a:ext cx="4860000" cy="4792078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8251D83D-339C-8E36-8036-A85C2655CF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98864" y="1381760"/>
            <a:ext cx="4860000" cy="479207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s-ES"/>
              <a:t>DATOS GENERALES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52344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EAD09F-DA71-D283-D65D-ADD15268FE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75DED8-565C-97F7-4ECA-CCA032E57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60713" y="583859"/>
            <a:ext cx="9120836" cy="509587"/>
          </a:xfrm>
          <a:prstGeom prst="rect">
            <a:avLst/>
          </a:prstGeom>
        </p:spPr>
        <p:txBody>
          <a:bodyPr/>
          <a:lstStyle>
            <a:lvl1pPr>
              <a:buNone/>
              <a:defRPr sz="2600" b="1">
                <a:latin typeface="Ballinger Mono Bold" panose="00000800000000000000" pitchFamily="2" charset="0"/>
              </a:defRPr>
            </a:lvl1pPr>
          </a:lstStyle>
          <a:p>
            <a:pPr lvl="0"/>
            <a:r>
              <a:rPr lang="es-MX" dirty="0"/>
              <a:t>&lt;SECCIÓN </a:t>
            </a:r>
            <a:r>
              <a:rPr lang="es-MX" sz="2800" dirty="0"/>
              <a:t>| </a:t>
            </a:r>
            <a:r>
              <a:rPr lang="es-MX" dirty="0"/>
              <a:t>DATOS&gt;</a:t>
            </a:r>
            <a:endParaRPr lang="es-CO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EEA2AF68-B38E-48B0-BE94-DDCAF7DD49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1344" y="1262062"/>
            <a:ext cx="10972800" cy="509587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s-ES"/>
              <a:t>HEADLINE – RESUMEN: 2 LINEAS MÁXIMO</a:t>
            </a:r>
            <a:endParaRPr lang="es-CO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23174E00-C6AB-B691-4BC7-6BC472C4A7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1344" y="2079446"/>
            <a:ext cx="5265446" cy="38872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10" name="Marcador de contenido 7">
            <a:extLst>
              <a:ext uri="{FF2B5EF4-FFF2-40B4-BE49-F238E27FC236}">
                <a16:creationId xmlns:a16="http://schemas.microsoft.com/office/drawing/2014/main" id="{8E3FA8A3-BA66-5B4B-2580-385EBA5EE81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98700" y="2079445"/>
            <a:ext cx="5265446" cy="38872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número de diapositiva 2">
            <a:extLst>
              <a:ext uri="{FF2B5EF4-FFF2-40B4-BE49-F238E27FC236}">
                <a16:creationId xmlns:a16="http://schemas.microsoft.com/office/drawing/2014/main" id="{CB54A766-058D-B379-47AD-280C93EF6DB4}"/>
              </a:ext>
            </a:extLst>
          </p:cNvPr>
          <p:cNvSpPr txBox="1">
            <a:spLocks/>
          </p:cNvSpPr>
          <p:nvPr userDrawn="1"/>
        </p:nvSpPr>
        <p:spPr>
          <a:xfrm>
            <a:off x="349654" y="6091578"/>
            <a:ext cx="32819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MX"/>
            </a:defPPr>
            <a:lvl1pPr marL="0" algn="r" defTabSz="914400" rtl="0" eaLnBrk="1" latinLnBrk="0" hangingPunct="1">
              <a:defRPr sz="1196" kern="1200">
                <a:solidFill>
                  <a:schemeClr val="tx1">
                    <a:lumMod val="85000"/>
                    <a:lumOff val="15000"/>
                  </a:schemeClr>
                </a:solidFill>
                <a:latin typeface="FSP DEMO - Ballinger Mono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FUENTE:</a:t>
            </a:r>
          </a:p>
        </p:txBody>
      </p:sp>
    </p:spTree>
    <p:extLst>
      <p:ext uri="{BB962C8B-B14F-4D97-AF65-F5344CB8AC3E}">
        <p14:creationId xmlns:p14="http://schemas.microsoft.com/office/powerpoint/2010/main" val="3705263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EAD09F-DA71-D283-D65D-ADD15268FE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75DED8-565C-97F7-4ECA-CCA032E57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60713" y="583859"/>
            <a:ext cx="9120836" cy="509587"/>
          </a:xfrm>
          <a:prstGeom prst="rect">
            <a:avLst/>
          </a:prstGeom>
        </p:spPr>
        <p:txBody>
          <a:bodyPr/>
          <a:lstStyle>
            <a:lvl1pPr>
              <a:buNone/>
              <a:defRPr sz="2600" b="1">
                <a:latin typeface="Ballinger Mono Bold" panose="00000800000000000000" pitchFamily="2" charset="0"/>
              </a:defRPr>
            </a:lvl1pPr>
          </a:lstStyle>
          <a:p>
            <a:pPr lvl="0"/>
            <a:r>
              <a:rPr lang="es-MX"/>
              <a:t>&lt;CONCLUSIONES&gt;</a:t>
            </a:r>
            <a:endParaRPr lang="es-CO"/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4D0D5B2D-6F62-3A24-6928-CB8E4D1B9DC3}"/>
              </a:ext>
            </a:extLst>
          </p:cNvPr>
          <p:cNvSpPr/>
          <p:nvPr userDrawn="1"/>
        </p:nvSpPr>
        <p:spPr>
          <a:xfrm>
            <a:off x="960713" y="1435262"/>
            <a:ext cx="4155297" cy="4621402"/>
          </a:xfrm>
          <a:prstGeom prst="roundRect">
            <a:avLst>
              <a:gd name="adj" fmla="val 4601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A4E4C027-3DB7-3144-45AF-36E4C31BD9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0363" y="1434911"/>
            <a:ext cx="5754412" cy="462140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CONCLUSIONES ESPECÍFICAS</a:t>
            </a:r>
            <a:endParaRPr lang="es-CO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CA09443-308F-10EA-25B7-62247B4CF76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439" y="1435099"/>
            <a:ext cx="4155298" cy="4621213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CONCLUSIÓN GENERAL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28878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B169A57-12AB-E397-5729-E5055B9B0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5B334BF-5A67-EDCE-F0EF-49CD1D8EDB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45" t="6368" r="420"/>
          <a:stretch>
            <a:fillRect/>
          </a:stretch>
        </p:blipFill>
        <p:spPr>
          <a:xfrm>
            <a:off x="0" y="-11575"/>
            <a:ext cx="12155488" cy="78232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19A1F10E-E48E-767F-F104-1B0B0E79CC5C}"/>
              </a:ext>
            </a:extLst>
          </p:cNvPr>
          <p:cNvSpPr/>
          <p:nvPr userDrawn="1"/>
        </p:nvSpPr>
        <p:spPr>
          <a:xfrm>
            <a:off x="0" y="770745"/>
            <a:ext cx="12149334" cy="6087255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F3488098-2D7B-949A-A45C-9EBA9B2E5B79}"/>
              </a:ext>
            </a:extLst>
          </p:cNvPr>
          <p:cNvSpPr txBox="1">
            <a:spLocks/>
          </p:cNvSpPr>
          <p:nvPr userDrawn="1"/>
        </p:nvSpPr>
        <p:spPr>
          <a:xfrm>
            <a:off x="795647" y="2095871"/>
            <a:ext cx="10582734" cy="2657104"/>
          </a:xfrm>
          <a:prstGeom prst="rect">
            <a:avLst/>
          </a:prstGeom>
        </p:spPr>
        <p:txBody>
          <a:bodyPr lIns="91440" tIns="45720" rIns="91440" bIns="45720" anchor="ctr">
            <a:normAutofit/>
          </a:bodyPr>
          <a:lstStyle>
            <a:lvl1pPr algn="l" defTabSz="91165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795" b="1" i="0" kern="1200">
                <a:solidFill>
                  <a:schemeClr val="tx1"/>
                </a:solidFill>
                <a:latin typeface="Ballinger Mono Bold" pitchFamily="2" charset="77"/>
                <a:ea typeface="+mj-ea"/>
                <a:cs typeface="+mj-cs"/>
              </a:defRPr>
            </a:lvl1pPr>
          </a:lstStyle>
          <a:p>
            <a:pPr algn="ctr"/>
            <a:r>
              <a:rPr lang="en-US" sz="4800">
                <a:solidFill>
                  <a:schemeClr val="bg1"/>
                </a:solidFill>
                <a:latin typeface="Ballinger Mono Light"/>
                <a:sym typeface="Delivery" panose="020F0503020204020204" pitchFamily="34" charset="0"/>
              </a:rPr>
              <a:t>¡Gracias!</a:t>
            </a:r>
            <a:endParaRPr lang="es-ES" sz="1750">
              <a:solidFill>
                <a:schemeClr val="bg1"/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2C9B028-1263-BC22-E010-371FC6718B4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8159" y="5709704"/>
            <a:ext cx="2004561" cy="550844"/>
          </a:xfrm>
          <a:prstGeom prst="rect">
            <a:avLst/>
          </a:prstGeom>
        </p:spPr>
      </p:pic>
      <p:pic>
        <p:nvPicPr>
          <p:cNvPr id="12" name="Imagen 11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C4FC9489-0674-643B-1EB5-334A5959E3F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870939" y="5843208"/>
            <a:ext cx="2709729" cy="37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154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357700CA-AF76-5D79-EAA9-1CABDFB9B4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18809" y="1366982"/>
            <a:ext cx="5954713" cy="4701309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5ADCD29-49AE-55FF-B135-1C4B0762DF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084" t="18831" r="12688" b="229"/>
          <a:stretch>
            <a:fillRect/>
          </a:stretch>
        </p:blipFill>
        <p:spPr>
          <a:xfrm>
            <a:off x="-12371" y="0"/>
            <a:ext cx="4397374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2BA120E-E9E6-D773-2891-C704571DBE57}"/>
              </a:ext>
            </a:extLst>
          </p:cNvPr>
          <p:cNvSpPr txBox="1"/>
          <p:nvPr userDrawn="1"/>
        </p:nvSpPr>
        <p:spPr>
          <a:xfrm>
            <a:off x="5254626" y="391955"/>
            <a:ext cx="43973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000" b="1" dirty="0">
                <a:latin typeface="Ballinger Mono Bold" panose="00000800000000000000"/>
              </a:rPr>
              <a:t>INDICE</a:t>
            </a:r>
            <a:endParaRPr lang="es-CO" sz="3000" b="1" dirty="0">
              <a:latin typeface="Ballinger Mono Bold" panose="00000800000000000000"/>
            </a:endParaRPr>
          </a:p>
        </p:txBody>
      </p:sp>
      <p:sp>
        <p:nvSpPr>
          <p:cNvPr id="8" name="Marcador de texto 5">
            <a:extLst>
              <a:ext uri="{FF2B5EF4-FFF2-40B4-BE49-F238E27FC236}">
                <a16:creationId xmlns:a16="http://schemas.microsoft.com/office/drawing/2014/main" id="{1A733906-C15F-A51A-141D-A98121C717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31881" y="6360573"/>
            <a:ext cx="4440237" cy="257493"/>
          </a:xfrm>
          <a:prstGeom prst="rect">
            <a:avLst/>
          </a:prstGeom>
        </p:spPr>
        <p:txBody>
          <a:bodyPr/>
          <a:lstStyle>
            <a:lvl1pPr algn="r">
              <a:buNone/>
              <a:defRPr sz="1100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s-MX"/>
              <a:t>CIUDAD </a:t>
            </a:r>
            <a:r>
              <a:rPr lang="es-MX" sz="1100"/>
              <a:t>|</a:t>
            </a:r>
            <a:r>
              <a:rPr lang="es-MX"/>
              <a:t> FECHA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41476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357700CA-AF76-5D79-EAA9-1CABDFB9B4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18809" y="1366982"/>
            <a:ext cx="5954713" cy="4701309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5ADCD29-49AE-55FF-B135-1C4B0762DF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084" t="18831" r="12688" b="229"/>
          <a:stretch>
            <a:fillRect/>
          </a:stretch>
        </p:blipFill>
        <p:spPr>
          <a:xfrm>
            <a:off x="-12371" y="0"/>
            <a:ext cx="4397374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2BA120E-E9E6-D773-2891-C704571DBE57}"/>
              </a:ext>
            </a:extLst>
          </p:cNvPr>
          <p:cNvSpPr txBox="1"/>
          <p:nvPr userDrawn="1"/>
        </p:nvSpPr>
        <p:spPr>
          <a:xfrm>
            <a:off x="5254626" y="391955"/>
            <a:ext cx="43973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latin typeface="Ballinger Mono Bold" panose="00000800000000000000"/>
              </a:rPr>
              <a:t>CONTENIDO</a:t>
            </a:r>
          </a:p>
        </p:txBody>
      </p:sp>
      <p:sp>
        <p:nvSpPr>
          <p:cNvPr id="8" name="Marcador de texto 5">
            <a:extLst>
              <a:ext uri="{FF2B5EF4-FFF2-40B4-BE49-F238E27FC236}">
                <a16:creationId xmlns:a16="http://schemas.microsoft.com/office/drawing/2014/main" id="{1A733906-C15F-A51A-141D-A98121C717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31881" y="6360573"/>
            <a:ext cx="4440237" cy="257493"/>
          </a:xfrm>
          <a:prstGeom prst="rect">
            <a:avLst/>
          </a:prstGeom>
        </p:spPr>
        <p:txBody>
          <a:bodyPr/>
          <a:lstStyle>
            <a:lvl1pPr algn="r">
              <a:buNone/>
              <a:defRPr sz="1100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s-MX"/>
              <a:t>CIUDAD </a:t>
            </a:r>
            <a:r>
              <a:rPr lang="es-MX" sz="1100"/>
              <a:t>|</a:t>
            </a:r>
            <a:r>
              <a:rPr lang="es-MX"/>
              <a:t> FECHA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66425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5ADCD29-49AE-55FF-B135-1C4B0762DF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084" t="18831" r="12688" b="229"/>
          <a:stretch>
            <a:fillRect/>
          </a:stretch>
        </p:blipFill>
        <p:spPr>
          <a:xfrm>
            <a:off x="-12371" y="0"/>
            <a:ext cx="4397374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2BA120E-E9E6-D773-2891-C704571DBE57}"/>
              </a:ext>
            </a:extLst>
          </p:cNvPr>
          <p:cNvSpPr txBox="1"/>
          <p:nvPr userDrawn="1"/>
        </p:nvSpPr>
        <p:spPr>
          <a:xfrm>
            <a:off x="5254626" y="391955"/>
            <a:ext cx="43973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b="1" dirty="0">
                <a:latin typeface="Ballinger Mono Bold" panose="00000800000000000000"/>
              </a:rPr>
              <a:t>INDICE</a:t>
            </a:r>
            <a:endParaRPr lang="es-CO" sz="4000" b="1" dirty="0">
              <a:latin typeface="Ballinger Mono Bold" panose="00000800000000000000"/>
            </a:endParaRPr>
          </a:p>
        </p:txBody>
      </p:sp>
      <p:sp>
        <p:nvSpPr>
          <p:cNvPr id="8" name="Marcador de texto 5">
            <a:extLst>
              <a:ext uri="{FF2B5EF4-FFF2-40B4-BE49-F238E27FC236}">
                <a16:creationId xmlns:a16="http://schemas.microsoft.com/office/drawing/2014/main" id="{1A733906-C15F-A51A-141D-A98121C717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31881" y="6360573"/>
            <a:ext cx="4440237" cy="257493"/>
          </a:xfrm>
          <a:prstGeom prst="rect">
            <a:avLst/>
          </a:prstGeom>
        </p:spPr>
        <p:txBody>
          <a:bodyPr/>
          <a:lstStyle>
            <a:lvl1pPr algn="r">
              <a:buNone/>
              <a:defRPr sz="1100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s-MX"/>
              <a:t>CIUDAD </a:t>
            </a:r>
            <a:r>
              <a:rPr lang="es-MX" sz="1100"/>
              <a:t>|</a:t>
            </a:r>
            <a:r>
              <a:rPr lang="es-MX"/>
              <a:t> FECHA</a:t>
            </a:r>
            <a:endParaRPr lang="es-CO"/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9F82EBEC-047F-C441-4CA6-C74BAF78D896}"/>
              </a:ext>
            </a:extLst>
          </p:cNvPr>
          <p:cNvSpPr/>
          <p:nvPr userDrawn="1"/>
        </p:nvSpPr>
        <p:spPr>
          <a:xfrm>
            <a:off x="4910654" y="1890005"/>
            <a:ext cx="905183" cy="37497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ctr"/>
          <a:lstStyle/>
          <a:p>
            <a:pPr algn="ctr"/>
            <a:r>
              <a:rPr lang="es-MX" sz="2800" b="1">
                <a:latin typeface="DIN Arabic" panose="020B0604020202020204" charset="-78"/>
                <a:cs typeface="DIN Arabic" panose="020B0604020202020204" charset="-78"/>
              </a:rPr>
              <a:t>1</a:t>
            </a:r>
            <a:endParaRPr lang="es-CO" sz="2800" b="1">
              <a:latin typeface="DIN Arabic" panose="020B0604020202020204" charset="-78"/>
              <a:cs typeface="DIN Arabic" panose="020B0604020202020204" charset="-78"/>
            </a:endParaRP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4E149C2-39DF-3246-D512-22F97DE45F79}"/>
              </a:ext>
            </a:extLst>
          </p:cNvPr>
          <p:cNvSpPr/>
          <p:nvPr userDrawn="1"/>
        </p:nvSpPr>
        <p:spPr>
          <a:xfrm>
            <a:off x="4910651" y="2533342"/>
            <a:ext cx="905183" cy="37497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ctr"/>
          <a:lstStyle/>
          <a:p>
            <a:pPr algn="ctr"/>
            <a:r>
              <a:rPr lang="es-MX" sz="2800" b="1">
                <a:latin typeface="DIN Arabic" panose="020B0604020202020204" charset="-78"/>
                <a:cs typeface="DIN Arabic" panose="020B0604020202020204" charset="-78"/>
              </a:rPr>
              <a:t>2</a:t>
            </a:r>
            <a:endParaRPr lang="es-CO" sz="2800" b="1">
              <a:latin typeface="DIN Arabic" panose="020B0604020202020204" charset="-78"/>
              <a:cs typeface="DIN Arabic" panose="020B0604020202020204" charset="-78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085BCDA7-33D8-6CA6-25B7-9703C1D7E3B2}"/>
              </a:ext>
            </a:extLst>
          </p:cNvPr>
          <p:cNvSpPr/>
          <p:nvPr userDrawn="1"/>
        </p:nvSpPr>
        <p:spPr>
          <a:xfrm>
            <a:off x="4910651" y="3176679"/>
            <a:ext cx="905183" cy="37497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ctr"/>
          <a:lstStyle/>
          <a:p>
            <a:pPr algn="ctr"/>
            <a:r>
              <a:rPr lang="es-MX" sz="2800" b="1">
                <a:latin typeface="DIN Arabic" panose="020B0604020202020204" charset="-78"/>
                <a:cs typeface="DIN Arabic" panose="020B0604020202020204" charset="-78"/>
              </a:rPr>
              <a:t>3</a:t>
            </a:r>
            <a:endParaRPr lang="es-CO" sz="2800" b="1">
              <a:latin typeface="DIN Arabic" panose="020B0604020202020204" charset="-78"/>
              <a:cs typeface="DIN Arabic" panose="020B0604020202020204" charset="-78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2B2C802-A1E8-93BA-7D29-6D0EC5D72721}"/>
              </a:ext>
            </a:extLst>
          </p:cNvPr>
          <p:cNvSpPr/>
          <p:nvPr userDrawn="1"/>
        </p:nvSpPr>
        <p:spPr>
          <a:xfrm>
            <a:off x="4910652" y="3820016"/>
            <a:ext cx="905183" cy="37497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ctr"/>
          <a:lstStyle/>
          <a:p>
            <a:pPr algn="ctr"/>
            <a:r>
              <a:rPr lang="es-MX" sz="2800" b="1">
                <a:latin typeface="DIN Arabic" panose="020B0604020202020204" charset="-78"/>
                <a:cs typeface="DIN Arabic" panose="020B0604020202020204" charset="-78"/>
              </a:rPr>
              <a:t>4</a:t>
            </a:r>
            <a:endParaRPr lang="es-CO" sz="2800" b="1">
              <a:latin typeface="DIN Arabic" panose="020B0604020202020204" charset="-78"/>
              <a:cs typeface="DIN Arabic" panose="020B0604020202020204" charset="-78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ECF0B98B-0DB5-AE98-7730-5C54A2148DB3}"/>
              </a:ext>
            </a:extLst>
          </p:cNvPr>
          <p:cNvSpPr/>
          <p:nvPr userDrawn="1"/>
        </p:nvSpPr>
        <p:spPr>
          <a:xfrm>
            <a:off x="4910653" y="4463353"/>
            <a:ext cx="905183" cy="37497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ctr"/>
          <a:lstStyle/>
          <a:p>
            <a:pPr algn="ctr"/>
            <a:r>
              <a:rPr lang="es-MX" sz="2800" b="1">
                <a:latin typeface="DIN Arabic" panose="020B0604020202020204" charset="-78"/>
                <a:cs typeface="DIN Arabic" panose="020B0604020202020204" charset="-78"/>
              </a:rPr>
              <a:t>5</a:t>
            </a:r>
            <a:endParaRPr lang="es-CO" sz="2800" b="1">
              <a:latin typeface="DIN Arabic" panose="020B0604020202020204" charset="-78"/>
              <a:cs typeface="DIN Arabic" panose="020B0604020202020204" charset="-78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AFF96CB1-84FB-D4C1-2C01-ACD8EE31CE04}"/>
              </a:ext>
            </a:extLst>
          </p:cNvPr>
          <p:cNvSpPr/>
          <p:nvPr userDrawn="1"/>
        </p:nvSpPr>
        <p:spPr>
          <a:xfrm>
            <a:off x="4910651" y="5106689"/>
            <a:ext cx="905183" cy="37497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ctr"/>
          <a:lstStyle/>
          <a:p>
            <a:pPr algn="ctr"/>
            <a:r>
              <a:rPr lang="es-MX" sz="2800" b="1">
                <a:latin typeface="DIN Arabic" panose="020B0604020202020204" charset="-78"/>
                <a:cs typeface="DIN Arabic" panose="020B0604020202020204" charset="-78"/>
              </a:rPr>
              <a:t>6</a:t>
            </a:r>
            <a:endParaRPr lang="es-CO" sz="2800" b="1">
              <a:latin typeface="DIN Arabic" panose="020B0604020202020204" charset="-78"/>
              <a:cs typeface="DIN Arabic" panose="020B0604020202020204" charset="-78"/>
            </a:endParaRPr>
          </a:p>
        </p:txBody>
      </p:sp>
      <p:sp>
        <p:nvSpPr>
          <p:cNvPr id="12" name="Marcador de texto 1">
            <a:extLst>
              <a:ext uri="{FF2B5EF4-FFF2-40B4-BE49-F238E27FC236}">
                <a16:creationId xmlns:a16="http://schemas.microsoft.com/office/drawing/2014/main" id="{AE49D4AB-F869-C252-7868-F2E5CA273AF9}"/>
              </a:ext>
            </a:extLst>
          </p:cNvPr>
          <p:cNvSpPr txBox="1">
            <a:spLocks/>
          </p:cNvSpPr>
          <p:nvPr userDrawn="1"/>
        </p:nvSpPr>
        <p:spPr>
          <a:xfrm>
            <a:off x="6008919" y="1890165"/>
            <a:ext cx="4320000" cy="374650"/>
          </a:xfrm>
          <a:prstGeom prst="rect">
            <a:avLst/>
          </a:prstGeom>
        </p:spPr>
        <p:txBody>
          <a:bodyPr anchor="ctr"/>
          <a:lstStyle>
            <a:lvl1pPr marL="227914" indent="-227914" algn="r" defTabSz="911657" rtl="0" eaLnBrk="1" latinLnBrk="0" hangingPunct="1">
              <a:lnSpc>
                <a:spcPct val="90000"/>
              </a:lnSpc>
              <a:spcBef>
                <a:spcPts val="997"/>
              </a:spcBef>
              <a:buFont typeface="Arial" panose="020B0604020202020204" pitchFamily="34" charset="0"/>
              <a:buNone/>
              <a:defRPr sz="1100" b="0" i="0" kern="1200">
                <a:solidFill>
                  <a:schemeClr val="tx1"/>
                </a:solidFill>
                <a:latin typeface="Ballinger Mono Light" pitchFamily="2" charset="77"/>
                <a:ea typeface="+mn-ea"/>
                <a:cs typeface="+mn-cs"/>
              </a:defRPr>
            </a:lvl1pPr>
            <a:lvl2pPr marL="683743" indent="-227914" algn="l" defTabSz="9116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100" b="0" i="0" kern="1200">
                <a:solidFill>
                  <a:schemeClr val="bg1"/>
                </a:solidFill>
                <a:latin typeface="Ballinger Mono Light" pitchFamily="2" charset="77"/>
                <a:ea typeface="+mn-ea"/>
                <a:cs typeface="+mn-cs"/>
              </a:defRPr>
            </a:lvl2pPr>
            <a:lvl3pPr marL="1139571" indent="-227914" algn="l" defTabSz="9116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100" b="0" i="0" kern="1200">
                <a:solidFill>
                  <a:schemeClr val="bg1"/>
                </a:solidFill>
                <a:latin typeface="Ballinger Mono Light" pitchFamily="2" charset="77"/>
                <a:ea typeface="+mn-ea"/>
                <a:cs typeface="+mn-cs"/>
              </a:defRPr>
            </a:lvl3pPr>
            <a:lvl4pPr marL="1595399" indent="-227914" algn="l" defTabSz="9116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100" b="0" i="0" kern="1200">
                <a:solidFill>
                  <a:schemeClr val="bg1"/>
                </a:solidFill>
                <a:latin typeface="Ballinger Mono Light" pitchFamily="2" charset="77"/>
                <a:ea typeface="+mn-ea"/>
                <a:cs typeface="+mn-cs"/>
              </a:defRPr>
            </a:lvl4pPr>
            <a:lvl5pPr marL="2051228" indent="-227914" algn="l" defTabSz="9116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100" b="0" i="0" kern="1200">
                <a:solidFill>
                  <a:schemeClr val="bg1"/>
                </a:solidFill>
                <a:latin typeface="Ballinger Mono Light" pitchFamily="2" charset="77"/>
                <a:ea typeface="+mn-ea"/>
                <a:cs typeface="+mn-cs"/>
              </a:defRPr>
            </a:lvl5pPr>
            <a:lvl6pPr marL="2507056" indent="-227914" algn="l" defTabSz="9116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2885" indent="-227914" algn="l" defTabSz="9116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713" indent="-227914" algn="l" defTabSz="9116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4541" indent="-227914" algn="l" defTabSz="9116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1800">
                <a:latin typeface="Ballinger Mono Light" panose="00000400000000000000" pitchFamily="50" charset="0"/>
              </a:rPr>
              <a:t>Resumen ejecutivo</a:t>
            </a:r>
          </a:p>
        </p:txBody>
      </p:sp>
      <p:sp>
        <p:nvSpPr>
          <p:cNvPr id="13" name="Marcador de texto 1">
            <a:extLst>
              <a:ext uri="{FF2B5EF4-FFF2-40B4-BE49-F238E27FC236}">
                <a16:creationId xmlns:a16="http://schemas.microsoft.com/office/drawing/2014/main" id="{56C9E0E3-F8C3-B423-40D7-1CDA01EA4DF2}"/>
              </a:ext>
            </a:extLst>
          </p:cNvPr>
          <p:cNvSpPr txBox="1">
            <a:spLocks/>
          </p:cNvSpPr>
          <p:nvPr userDrawn="1"/>
        </p:nvSpPr>
        <p:spPr>
          <a:xfrm>
            <a:off x="6008920" y="2533662"/>
            <a:ext cx="4320000" cy="374650"/>
          </a:xfrm>
          <a:prstGeom prst="rect">
            <a:avLst/>
          </a:prstGeom>
        </p:spPr>
        <p:txBody>
          <a:bodyPr anchor="ctr"/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>
                <a:latin typeface="Ballinger Mono Light" panose="00000400000000000000" pitchFamily="50" charset="0"/>
              </a:rPr>
              <a:t>Análisis de entorno</a:t>
            </a:r>
          </a:p>
        </p:txBody>
      </p:sp>
      <p:sp>
        <p:nvSpPr>
          <p:cNvPr id="14" name="Marcador de texto 1">
            <a:extLst>
              <a:ext uri="{FF2B5EF4-FFF2-40B4-BE49-F238E27FC236}">
                <a16:creationId xmlns:a16="http://schemas.microsoft.com/office/drawing/2014/main" id="{6C34C5E1-9E0B-ABCE-C1AD-FFA2FAED517D}"/>
              </a:ext>
            </a:extLst>
          </p:cNvPr>
          <p:cNvSpPr txBox="1">
            <a:spLocks/>
          </p:cNvSpPr>
          <p:nvPr userDrawn="1"/>
        </p:nvSpPr>
        <p:spPr>
          <a:xfrm>
            <a:off x="6008920" y="3176999"/>
            <a:ext cx="4320000" cy="374650"/>
          </a:xfrm>
          <a:prstGeom prst="rect">
            <a:avLst/>
          </a:prstGeom>
        </p:spPr>
        <p:txBody>
          <a:bodyPr anchor="ctr"/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>
                <a:latin typeface="Ballinger Mono Light" panose="00000400000000000000" pitchFamily="50" charset="0"/>
              </a:rPr>
              <a:t>Análisis de localización</a:t>
            </a:r>
          </a:p>
        </p:txBody>
      </p:sp>
      <p:sp>
        <p:nvSpPr>
          <p:cNvPr id="15" name="Marcador de texto 1">
            <a:extLst>
              <a:ext uri="{FF2B5EF4-FFF2-40B4-BE49-F238E27FC236}">
                <a16:creationId xmlns:a16="http://schemas.microsoft.com/office/drawing/2014/main" id="{5870CBBC-3674-3F32-39A7-926323F7742E}"/>
              </a:ext>
            </a:extLst>
          </p:cNvPr>
          <p:cNvSpPr txBox="1">
            <a:spLocks/>
          </p:cNvSpPr>
          <p:nvPr userDrawn="1"/>
        </p:nvSpPr>
        <p:spPr>
          <a:xfrm>
            <a:off x="6008920" y="3820336"/>
            <a:ext cx="4320000" cy="374650"/>
          </a:xfrm>
          <a:prstGeom prst="rect">
            <a:avLst/>
          </a:prstGeom>
        </p:spPr>
        <p:txBody>
          <a:bodyPr anchor="ctr"/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>
                <a:latin typeface="Ballinger Mono Light" panose="00000400000000000000" pitchFamily="50" charset="0"/>
              </a:rPr>
              <a:t>Informe de mercado</a:t>
            </a:r>
          </a:p>
        </p:txBody>
      </p:sp>
      <p:sp>
        <p:nvSpPr>
          <p:cNvPr id="16" name="Marcador de texto 1">
            <a:extLst>
              <a:ext uri="{FF2B5EF4-FFF2-40B4-BE49-F238E27FC236}">
                <a16:creationId xmlns:a16="http://schemas.microsoft.com/office/drawing/2014/main" id="{417D2468-7A49-D7A1-AB94-319FBE23A19C}"/>
              </a:ext>
            </a:extLst>
          </p:cNvPr>
          <p:cNvSpPr txBox="1">
            <a:spLocks/>
          </p:cNvSpPr>
          <p:nvPr userDrawn="1"/>
        </p:nvSpPr>
        <p:spPr>
          <a:xfrm>
            <a:off x="6008919" y="4463673"/>
            <a:ext cx="4320000" cy="374650"/>
          </a:xfrm>
          <a:prstGeom prst="rect">
            <a:avLst/>
          </a:prstGeom>
        </p:spPr>
        <p:txBody>
          <a:bodyPr anchor="ctr"/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 dirty="0">
                <a:latin typeface="Ballinger Mono Light" panose="00000400000000000000" pitchFamily="50" charset="0"/>
              </a:rPr>
              <a:t>Análisis de factibilidad económica</a:t>
            </a:r>
          </a:p>
        </p:txBody>
      </p:sp>
      <p:sp>
        <p:nvSpPr>
          <p:cNvPr id="17" name="Marcador de texto 1">
            <a:extLst>
              <a:ext uri="{FF2B5EF4-FFF2-40B4-BE49-F238E27FC236}">
                <a16:creationId xmlns:a16="http://schemas.microsoft.com/office/drawing/2014/main" id="{82411596-4B45-B7C3-55AC-370F106E27FD}"/>
              </a:ext>
            </a:extLst>
          </p:cNvPr>
          <p:cNvSpPr txBox="1">
            <a:spLocks/>
          </p:cNvSpPr>
          <p:nvPr userDrawn="1"/>
        </p:nvSpPr>
        <p:spPr>
          <a:xfrm>
            <a:off x="6008919" y="5106849"/>
            <a:ext cx="4320000" cy="374650"/>
          </a:xfrm>
          <a:prstGeom prst="rect">
            <a:avLst/>
          </a:prstGeom>
        </p:spPr>
        <p:txBody>
          <a:bodyPr anchor="ctr"/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 dirty="0">
                <a:latin typeface="Ballinger Mono Light" panose="00000400000000000000" pitchFamily="50" charset="0"/>
              </a:rPr>
              <a:t>Conclusiones y recomendaciones</a:t>
            </a:r>
          </a:p>
        </p:txBody>
      </p:sp>
    </p:spTree>
    <p:extLst>
      <p:ext uri="{BB962C8B-B14F-4D97-AF65-F5344CB8AC3E}">
        <p14:creationId xmlns:p14="http://schemas.microsoft.com/office/powerpoint/2010/main" val="45092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9F7B2D-EB53-0A45-DE4C-E8DE6EFFB9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3826" y="466726"/>
            <a:ext cx="5177847" cy="429201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</a:lstStyle>
          <a:p>
            <a:r>
              <a:rPr lang="es-ES"/>
              <a:t>PAIS / ESTADO / CIUDAD</a:t>
            </a:r>
            <a:endParaRPr lang="es-CO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7F37512-78BD-8B55-6713-E1141DF75E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A866B307-AFCB-32D2-2095-74E2C539F01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4506913" cy="6068291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357700CA-AF76-5D79-EAA9-1CABDFB9B4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18809" y="1366982"/>
            <a:ext cx="5954713" cy="4701309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s-ES"/>
              <a:t>INFORMACION GENERAL SOBRE LA LOCACIÓN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77239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Portad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4465356-8AC4-3F1E-64C9-68883FC38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55488" cy="6858000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46B881EB-461D-DADC-4CB5-E2770A5CB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028" y="2284062"/>
            <a:ext cx="3816466" cy="228987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50000"/>
              </a:lnSpc>
              <a:defRPr/>
            </a:lvl1pPr>
          </a:lstStyle>
          <a:p>
            <a:r>
              <a:rPr lang="es-MX"/>
              <a:t>Haz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8268825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Relationship Id="rId12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theme" Target="../theme/theme2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871E0A-FCBD-A782-BFCB-E212AB54F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84813" y="6356351"/>
            <a:ext cx="32819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6">
                <a:solidFill>
                  <a:schemeClr val="tx1">
                    <a:lumMod val="85000"/>
                    <a:lumOff val="15000"/>
                  </a:schemeClr>
                </a:solidFill>
                <a:latin typeface="FSP DEMO - Ballinger Mono" pitchFamily="2" charset="77"/>
              </a:defRPr>
            </a:lvl1pPr>
          </a:lstStyle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C0D618E-FE07-1784-AE24-5D1AE6A7C03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0636" y="518085"/>
            <a:ext cx="418928" cy="527292"/>
          </a:xfrm>
          <a:prstGeom prst="rect">
            <a:avLst/>
          </a:prstGeom>
        </p:spPr>
      </p:pic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CDE8B120-6DE5-A395-1F1C-35AE1D851856}"/>
              </a:ext>
            </a:extLst>
          </p:cNvPr>
          <p:cNvSpPr txBox="1">
            <a:spLocks/>
          </p:cNvSpPr>
          <p:nvPr/>
        </p:nvSpPr>
        <p:spPr>
          <a:xfrm>
            <a:off x="8809530" y="408025"/>
            <a:ext cx="3057265" cy="747412"/>
          </a:xfrm>
          <a:prstGeom prst="rect">
            <a:avLst/>
          </a:prstGeom>
        </p:spPr>
        <p:txBody>
          <a:bodyPr vert="horz" lIns="91166" tIns="45583" rIns="91166" bIns="45583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FSP DEMO - Ballinger Mono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es-MX" sz="1595" b="1" i="0">
                <a:latin typeface="Ballinger Mono Bold" pitchFamily="2" charset="77"/>
              </a:rPr>
              <a:t>&lt;Data Science&gt;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14AF3FC-2AD3-0217-4F77-E30FFCE2C92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0636" y="6449534"/>
            <a:ext cx="1949943" cy="17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326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26" r:id="rId2"/>
    <p:sldLayoutId id="2147483731" r:id="rId3"/>
    <p:sldLayoutId id="2147483719" r:id="rId4"/>
    <p:sldLayoutId id="2147483722" r:id="rId5"/>
    <p:sldLayoutId id="2147483723" r:id="rId6"/>
    <p:sldLayoutId id="2147483724" r:id="rId7"/>
    <p:sldLayoutId id="2147483725" r:id="rId8"/>
    <p:sldLayoutId id="2147483728" r:id="rId9"/>
  </p:sldLayoutIdLst>
  <p:hf hdr="0" dt="0"/>
  <p:txStyles>
    <p:titleStyle>
      <a:lvl1pPr algn="l" defTabSz="911657" rtl="0" eaLnBrk="1" latinLnBrk="0" hangingPunct="1">
        <a:lnSpc>
          <a:spcPct val="90000"/>
        </a:lnSpc>
        <a:spcBef>
          <a:spcPct val="0"/>
        </a:spcBef>
        <a:buNone/>
        <a:defRPr sz="2393" b="1" i="0" kern="1200">
          <a:solidFill>
            <a:schemeClr val="tx1"/>
          </a:solidFill>
          <a:latin typeface="Ballinger Mono Bold" pitchFamily="2" charset="77"/>
          <a:ea typeface="+mj-ea"/>
          <a:cs typeface="+mj-cs"/>
        </a:defRPr>
      </a:lvl1pPr>
    </p:titleStyle>
    <p:bodyStyle>
      <a:lvl1pPr marL="227914" indent="-227914" algn="l" defTabSz="911657" rtl="0" eaLnBrk="1" latinLnBrk="0" hangingPunct="1">
        <a:lnSpc>
          <a:spcPct val="90000"/>
        </a:lnSpc>
        <a:spcBef>
          <a:spcPts val="997"/>
        </a:spcBef>
        <a:buFont typeface="Arial" panose="020B0604020202020204" pitchFamily="34" charset="0"/>
        <a:buChar char="•"/>
        <a:defRPr sz="1595" b="0" i="0" kern="1200">
          <a:solidFill>
            <a:schemeClr val="tx1"/>
          </a:solidFill>
          <a:latin typeface="Ballinger Mono Light" pitchFamily="2" charset="77"/>
          <a:ea typeface="+mn-ea"/>
          <a:cs typeface="+mn-cs"/>
        </a:defRPr>
      </a:lvl1pPr>
      <a:lvl2pPr marL="683743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396" b="0" i="0" kern="1200">
          <a:solidFill>
            <a:schemeClr val="tx1"/>
          </a:solidFill>
          <a:latin typeface="Ballinger Mono Light" pitchFamily="2" charset="77"/>
          <a:ea typeface="+mn-ea"/>
          <a:cs typeface="+mn-cs"/>
        </a:defRPr>
      </a:lvl2pPr>
      <a:lvl3pPr marL="1139571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196" b="0" i="0" kern="1200">
          <a:solidFill>
            <a:schemeClr val="tx1"/>
          </a:solidFill>
          <a:latin typeface="Ballinger Mono Light" pitchFamily="2" charset="77"/>
          <a:ea typeface="+mn-ea"/>
          <a:cs typeface="+mn-cs"/>
        </a:defRPr>
      </a:lvl3pPr>
      <a:lvl4pPr marL="1595399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097" b="0" i="0" kern="1200">
          <a:solidFill>
            <a:schemeClr val="tx1"/>
          </a:solidFill>
          <a:latin typeface="Ballinger Mono Light" pitchFamily="2" charset="77"/>
          <a:ea typeface="+mn-ea"/>
          <a:cs typeface="+mn-cs"/>
        </a:defRPr>
      </a:lvl4pPr>
      <a:lvl5pPr marL="2051228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097" b="0" i="0" kern="1200">
          <a:solidFill>
            <a:schemeClr val="tx1"/>
          </a:solidFill>
          <a:latin typeface="Ballinger Mono Light" pitchFamily="2" charset="77"/>
          <a:ea typeface="+mn-ea"/>
          <a:cs typeface="+mn-cs"/>
        </a:defRPr>
      </a:lvl5pPr>
      <a:lvl6pPr marL="2507056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2885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18713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4541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5828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1657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7485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3314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79142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4970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0799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6627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871E0A-FCBD-A782-BFCB-E212AB54F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84813" y="6356351"/>
            <a:ext cx="32819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6">
                <a:solidFill>
                  <a:schemeClr val="tx1">
                    <a:lumMod val="85000"/>
                    <a:lumOff val="15000"/>
                  </a:schemeClr>
                </a:solidFill>
                <a:latin typeface="FSP DEMO - Ballinger Mono" pitchFamily="2" charset="77"/>
              </a:defRPr>
            </a:lvl1pPr>
          </a:lstStyle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C0D618E-FE07-1784-AE24-5D1AE6A7C0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9363" y="408025"/>
            <a:ext cx="418928" cy="527292"/>
          </a:xfrm>
          <a:prstGeom prst="rect">
            <a:avLst/>
          </a:prstGeom>
        </p:spPr>
      </p:pic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CDE8B120-6DE5-A395-1F1C-35AE1D851856}"/>
              </a:ext>
            </a:extLst>
          </p:cNvPr>
          <p:cNvSpPr txBox="1">
            <a:spLocks/>
          </p:cNvSpPr>
          <p:nvPr/>
        </p:nvSpPr>
        <p:spPr>
          <a:xfrm>
            <a:off x="8809530" y="297965"/>
            <a:ext cx="3057265" cy="747412"/>
          </a:xfrm>
          <a:prstGeom prst="rect">
            <a:avLst/>
          </a:prstGeom>
        </p:spPr>
        <p:txBody>
          <a:bodyPr vert="horz" lIns="91166" tIns="45583" rIns="91166" bIns="45583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FSP DEMO - Ballinger Mono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es-MX" sz="1595" b="1" i="0">
                <a:latin typeface="Ballinger Mono Bold" pitchFamily="2" charset="77"/>
              </a:rPr>
              <a:t>&lt;Data </a:t>
            </a:r>
            <a:r>
              <a:rPr lang="es-MX" sz="1595" b="1" i="0" err="1">
                <a:latin typeface="Ballinger Mono Bold" pitchFamily="2" charset="77"/>
              </a:rPr>
              <a:t>Science</a:t>
            </a:r>
            <a:r>
              <a:rPr lang="es-MX" sz="1595" b="1" i="0">
                <a:latin typeface="Ballinger Mono Bold" pitchFamily="2" charset="77"/>
              </a:rPr>
              <a:t>&gt;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14AF3FC-2AD3-0217-4F77-E30FFCE2C9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636" y="6449534"/>
            <a:ext cx="1949943" cy="17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045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32" r:id="rId2"/>
    <p:sldLayoutId id="2147483730" r:id="rId3"/>
    <p:sldLayoutId id="2147483648" r:id="rId4"/>
    <p:sldLayoutId id="2147483729" r:id="rId5"/>
  </p:sldLayoutIdLst>
  <p:hf hdr="0" dt="0"/>
  <p:txStyles>
    <p:titleStyle>
      <a:lvl1pPr algn="l" defTabSz="911657" rtl="0" eaLnBrk="1" latinLnBrk="0" hangingPunct="1">
        <a:lnSpc>
          <a:spcPct val="90000"/>
        </a:lnSpc>
        <a:spcBef>
          <a:spcPct val="0"/>
        </a:spcBef>
        <a:buNone/>
        <a:defRPr sz="2393" b="1" i="0" kern="1200">
          <a:solidFill>
            <a:schemeClr val="tx1"/>
          </a:solidFill>
          <a:latin typeface="Ballinger Mono Bold" pitchFamily="2" charset="77"/>
          <a:ea typeface="+mj-ea"/>
          <a:cs typeface="+mj-cs"/>
        </a:defRPr>
      </a:lvl1pPr>
    </p:titleStyle>
    <p:bodyStyle>
      <a:lvl1pPr marL="227914" indent="-227914" algn="l" defTabSz="911657" rtl="0" eaLnBrk="1" latinLnBrk="0" hangingPunct="1">
        <a:lnSpc>
          <a:spcPct val="90000"/>
        </a:lnSpc>
        <a:spcBef>
          <a:spcPts val="997"/>
        </a:spcBef>
        <a:buFont typeface="Arial" panose="020B0604020202020204" pitchFamily="34" charset="0"/>
        <a:buChar char="•"/>
        <a:defRPr sz="1595" b="0" i="0" kern="1200">
          <a:solidFill>
            <a:schemeClr val="tx1"/>
          </a:solidFill>
          <a:latin typeface="Ballinger Mono Light" pitchFamily="2" charset="77"/>
          <a:ea typeface="+mn-ea"/>
          <a:cs typeface="+mn-cs"/>
        </a:defRPr>
      </a:lvl1pPr>
      <a:lvl2pPr marL="683743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396" b="0" i="0" kern="1200">
          <a:solidFill>
            <a:schemeClr val="tx1"/>
          </a:solidFill>
          <a:latin typeface="Ballinger Mono Light" pitchFamily="2" charset="77"/>
          <a:ea typeface="+mn-ea"/>
          <a:cs typeface="+mn-cs"/>
        </a:defRPr>
      </a:lvl2pPr>
      <a:lvl3pPr marL="1139571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196" b="0" i="0" kern="1200">
          <a:solidFill>
            <a:schemeClr val="tx1"/>
          </a:solidFill>
          <a:latin typeface="Ballinger Mono Light" pitchFamily="2" charset="77"/>
          <a:ea typeface="+mn-ea"/>
          <a:cs typeface="+mn-cs"/>
        </a:defRPr>
      </a:lvl3pPr>
      <a:lvl4pPr marL="1595399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097" b="0" i="0" kern="1200">
          <a:solidFill>
            <a:schemeClr val="tx1"/>
          </a:solidFill>
          <a:latin typeface="Ballinger Mono Light" pitchFamily="2" charset="77"/>
          <a:ea typeface="+mn-ea"/>
          <a:cs typeface="+mn-cs"/>
        </a:defRPr>
      </a:lvl4pPr>
      <a:lvl5pPr marL="2051228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097" b="0" i="0" kern="1200">
          <a:solidFill>
            <a:schemeClr val="tx1"/>
          </a:solidFill>
          <a:latin typeface="Ballinger Mono Light" pitchFamily="2" charset="77"/>
          <a:ea typeface="+mn-ea"/>
          <a:cs typeface="+mn-cs"/>
        </a:defRPr>
      </a:lvl5pPr>
      <a:lvl6pPr marL="2507056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2885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18713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4541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5828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1657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7485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3314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79142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4970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0799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6627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EDMI_PORTADA_TITULO">
            <a:extLst>
              <a:ext uri="{FF2B5EF4-FFF2-40B4-BE49-F238E27FC236}">
                <a16:creationId xmlns:a16="http://schemas.microsoft.com/office/drawing/2014/main" id="{8CC09DC5-52C2-AA48-1492-AE7FE0EBC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820" y="2246098"/>
            <a:ext cx="6480000" cy="683916"/>
          </a:xfrm>
        </p:spPr>
        <p:txBody>
          <a:bodyPr>
            <a:normAutofit fontScale="90000"/>
          </a:bodyPr>
          <a:lstStyle/>
          <a:p>
            <a:r>
              <a:rPr lang="es-MX" dirty="0">
                <a:solidFill>
                  <a:schemeClr val="accent4"/>
                </a:solidFill>
                <a:latin typeface="Ballinger Mono Bold" panose="00000800000000000000"/>
              </a:rPr>
              <a:t>&lt;Estudio de mayor y mejor uso&gt;</a:t>
            </a:r>
            <a:br>
              <a:rPr lang="es-MX" dirty="0">
                <a:solidFill>
                  <a:schemeClr val="accent4"/>
                </a:solidFill>
                <a:latin typeface="Ballinger Mono Bold" panose="00000800000000000000"/>
              </a:rPr>
            </a:br>
            <a:endParaRPr lang="es-CO" dirty="0">
              <a:solidFill>
                <a:schemeClr val="accent4"/>
              </a:solidFill>
              <a:latin typeface="Ballinger Mono Bold" panose="0000080000000000000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4F09EC-6F73-2B47-A339-C0A00F8666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México  | </a:t>
            </a:r>
            <a:r>
              <a:rPr lang="en-US" dirty="0" err="1"/>
              <a:t>Enero</a:t>
            </a:r>
            <a:r>
              <a:rPr lang="en-US" dirty="0"/>
              <a:t> 2026</a:t>
            </a: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6471E6-2F61-4DBD-DD17-7CD069DFDCDA}"/>
              </a:ext>
            </a:extLst>
          </p:cNvPr>
          <p:cNvSpPr txBox="1"/>
          <p:nvPr/>
        </p:nvSpPr>
        <p:spPr>
          <a:xfrm>
            <a:off x="408820" y="3236959"/>
            <a:ext cx="64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accent4"/>
                </a:solidFill>
                <a:latin typeface="Ballinger Mono Bold" panose="00000800000000000000"/>
              </a:rPr>
              <a:t>Guadalajara </a:t>
            </a:r>
            <a:r>
              <a:rPr lang="en-US" dirty="0">
                <a:solidFill>
                  <a:schemeClr val="accent4"/>
                </a:solidFill>
                <a:latin typeface="Ballinger Mono Bold" panose="00000800000000000000"/>
              </a:rPr>
              <a:t>| México  | </a:t>
            </a:r>
            <a:r>
              <a:rPr lang="en-US" dirty="0" err="1">
                <a:solidFill>
                  <a:schemeClr val="accent4"/>
                </a:solidFill>
                <a:latin typeface="Ballinger Mono Bold" panose="00000800000000000000"/>
              </a:rPr>
              <a:t>Enero</a:t>
            </a:r>
            <a:r>
              <a:rPr lang="en-US" dirty="0">
                <a:solidFill>
                  <a:schemeClr val="accent4"/>
                </a:solidFill>
                <a:latin typeface="Ballinger Mono Bold" panose="00000800000000000000"/>
              </a:rPr>
              <a:t> 2026</a:t>
            </a:r>
            <a:endParaRPr lang="es-CO" dirty="0">
              <a:solidFill>
                <a:schemeClr val="accent4"/>
              </a:solidFill>
              <a:latin typeface="Ballinger Mono Bold" panose="000008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587458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FF768FC-0F29-2B1A-03BD-B187A0165C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9</a:t>
            </a:fld>
            <a:endParaRPr lang="es-MX"/>
          </a:p>
        </p:txBody>
      </p:sp>
      <p:sp>
        <p:nvSpPr>
          <p:cNvPr id="3" name="AEDMI_TITULO">
            <a:extLst>
              <a:ext uri="{FF2B5EF4-FFF2-40B4-BE49-F238E27FC236}">
                <a16:creationId xmlns:a16="http://schemas.microsoft.com/office/drawing/2014/main" id="{3593DF47-5366-1ADE-498E-B13C696316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MX"/>
              <a:t>&lt;MÉXICO </a:t>
            </a:r>
            <a:r>
              <a:rPr lang="en-US">
                <a:latin typeface="Ballinger Mono Bold" panose="00000800000000000000"/>
              </a:rPr>
              <a:t>|</a:t>
            </a:r>
            <a:r>
              <a:rPr lang="es-MX"/>
              <a:t> DATOS GENERALES&gt;</a:t>
            </a:r>
            <a:endParaRPr lang="es-CO"/>
          </a:p>
        </p:txBody>
      </p:sp>
      <p:sp>
        <p:nvSpPr>
          <p:cNvPr id="6" name="AEDMI_ANALISIS">
            <a:extLst>
              <a:ext uri="{FF2B5EF4-FFF2-40B4-BE49-F238E27FC236}">
                <a16:creationId xmlns:a16="http://schemas.microsoft.com/office/drawing/2014/main" id="{062FB87A-F149-1848-0B15-2898B43925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9225" y="1381125"/>
            <a:ext cx="4859338" cy="4792663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400"/>
              </a:spcBef>
              <a:buNone/>
            </a:pPr>
            <a:r>
              <a:rPr lang="es-MX" sz="1400" b="1" dirty="0">
                <a:latin typeface="Ballinger Mono Light" panose="00000400000000000000" pitchFamily="50" charset="0"/>
              </a:rPr>
              <a:t>División política: </a:t>
            </a:r>
            <a:endParaRPr lang="es-MX" sz="1400" dirty="0">
              <a:latin typeface="Ballinger Mono Light" panose="00000400000000000000" pitchFamily="50" charset="0"/>
            </a:endParaRPr>
          </a:p>
          <a:p>
            <a:pPr marL="0" indent="0" algn="just">
              <a:lnSpc>
                <a:spcPct val="100000"/>
              </a:lnSpc>
              <a:spcBef>
                <a:spcPts val="400"/>
              </a:spcBef>
              <a:buNone/>
            </a:pPr>
            <a:r>
              <a:rPr lang="es-MX" sz="1400" dirty="0">
                <a:latin typeface="Ballinger Mono Light" panose="00000400000000000000" pitchFamily="50" charset="0"/>
              </a:rPr>
              <a:t>México está dividido en 32 entidades federativas, incluyendo 31 estados y la Ciudad de México, </a:t>
            </a:r>
            <a:r>
              <a:rPr lang="es-MX" sz="1400" dirty="0" err="1">
                <a:latin typeface="Ballinger Mono Light" panose="00000400000000000000" pitchFamily="50" charset="0"/>
              </a:rPr>
              <a:t>cápital</a:t>
            </a:r>
            <a:r>
              <a:rPr lang="es-MX" sz="1400" dirty="0">
                <a:latin typeface="Ballinger Mono Light" panose="00000400000000000000" pitchFamily="50" charset="0"/>
              </a:rPr>
              <a:t> de la república.</a:t>
            </a:r>
          </a:p>
          <a:p>
            <a:pPr marL="0" indent="0" algn="just">
              <a:lnSpc>
                <a:spcPct val="100000"/>
              </a:lnSpc>
              <a:spcBef>
                <a:spcPts val="400"/>
              </a:spcBef>
              <a:buNone/>
            </a:pPr>
            <a:endParaRPr lang="es-MX" sz="1400" dirty="0">
              <a:latin typeface="Ballinger Mono Light" panose="00000400000000000000" pitchFamily="50" charset="0"/>
            </a:endParaRPr>
          </a:p>
          <a:p>
            <a:pPr marL="0" indent="0" algn="just">
              <a:lnSpc>
                <a:spcPct val="100000"/>
              </a:lnSpc>
              <a:spcBef>
                <a:spcPts val="400"/>
              </a:spcBef>
              <a:buNone/>
            </a:pPr>
            <a:r>
              <a:rPr lang="es-MX" sz="1400" b="1" dirty="0">
                <a:latin typeface="Ballinger Mono Light" panose="00000400000000000000" pitchFamily="50" charset="0"/>
              </a:rPr>
              <a:t>Extensión:</a:t>
            </a:r>
            <a:r>
              <a:rPr lang="es-MX" sz="1400" dirty="0">
                <a:latin typeface="Ballinger Mono Light" panose="00000400000000000000" pitchFamily="50" charset="0"/>
              </a:rPr>
              <a:t> </a:t>
            </a:r>
          </a:p>
          <a:p>
            <a:pPr marL="0" indent="0" algn="just">
              <a:lnSpc>
                <a:spcPct val="100000"/>
              </a:lnSpc>
              <a:spcBef>
                <a:spcPts val="400"/>
              </a:spcBef>
              <a:buNone/>
            </a:pPr>
            <a:r>
              <a:rPr lang="es-MX" sz="1400" dirty="0">
                <a:latin typeface="Ballinger Mono Light" panose="00000400000000000000" pitchFamily="50" charset="0"/>
              </a:rPr>
              <a:t>1,964,375 km² de superficie territorial (1,959,248 km² superficie continental y 5,127 km² superficie insular). Al añadir a esta superficie 3,149,920 km² de la Zona Económica Exclusiva de mar territorial, obtenemos como superficie total de México 5,114,295 km².</a:t>
            </a:r>
          </a:p>
          <a:p>
            <a:pPr marL="0" indent="0" algn="just">
              <a:lnSpc>
                <a:spcPct val="100000"/>
              </a:lnSpc>
              <a:spcBef>
                <a:spcPts val="400"/>
              </a:spcBef>
              <a:buNone/>
            </a:pPr>
            <a:endParaRPr lang="es-MX" sz="1400" dirty="0">
              <a:latin typeface="Ballinger Mono Light" panose="00000400000000000000" pitchFamily="50" charset="0"/>
            </a:endParaRPr>
          </a:p>
          <a:p>
            <a:pPr marL="0" indent="0" algn="just">
              <a:lnSpc>
                <a:spcPct val="100000"/>
              </a:lnSpc>
              <a:spcBef>
                <a:spcPts val="400"/>
              </a:spcBef>
              <a:buNone/>
            </a:pPr>
            <a:r>
              <a:rPr lang="es-MX" sz="1400" b="1" dirty="0">
                <a:latin typeface="Ballinger Mono Light" panose="00000400000000000000" pitchFamily="50" charset="0"/>
              </a:rPr>
              <a:t>PIB Total:</a:t>
            </a:r>
            <a:endParaRPr lang="es-MX" sz="1400" dirty="0">
              <a:latin typeface="Ballinger Mono Light" panose="00000400000000000000" pitchFamily="50" charset="0"/>
            </a:endParaRPr>
          </a:p>
          <a:p>
            <a:pPr marL="0" indent="0" algn="just">
              <a:lnSpc>
                <a:spcPct val="100000"/>
              </a:lnSpc>
              <a:spcBef>
                <a:spcPts val="400"/>
              </a:spcBef>
              <a:buNone/>
            </a:pPr>
            <a:r>
              <a:rPr lang="es-MX" sz="1400" dirty="0">
                <a:latin typeface="Ballinger Mono Light" panose="00000400000000000000" pitchFamily="50" charset="0"/>
              </a:rPr>
              <a:t>1,848.13 (USD$ miles de millones).</a:t>
            </a:r>
          </a:p>
          <a:p>
            <a:pPr marL="0" indent="0" algn="just">
              <a:lnSpc>
                <a:spcPct val="100000"/>
              </a:lnSpc>
              <a:spcBef>
                <a:spcPts val="400"/>
              </a:spcBef>
              <a:buNone/>
            </a:pPr>
            <a:endParaRPr lang="es-MX" sz="1400" dirty="0">
              <a:latin typeface="Ballinger Mono Light" panose="00000400000000000000" pitchFamily="50" charset="0"/>
            </a:endParaRPr>
          </a:p>
          <a:p>
            <a:pPr marL="0" indent="0" algn="just">
              <a:lnSpc>
                <a:spcPct val="100000"/>
              </a:lnSpc>
              <a:spcBef>
                <a:spcPts val="400"/>
              </a:spcBef>
              <a:buNone/>
            </a:pPr>
            <a:r>
              <a:rPr lang="es-MX" sz="1400" b="1" dirty="0" err="1">
                <a:latin typeface="Ballinger Mono Light" panose="00000400000000000000" pitchFamily="50" charset="0"/>
              </a:rPr>
              <a:t>Indice</a:t>
            </a:r>
            <a:r>
              <a:rPr lang="es-MX" sz="1400" b="1" dirty="0">
                <a:latin typeface="Ballinger Mono Light" panose="00000400000000000000" pitchFamily="50" charset="0"/>
              </a:rPr>
              <a:t> de inflación nacional:</a:t>
            </a:r>
            <a:endParaRPr lang="es-MX" sz="1400" dirty="0">
              <a:latin typeface="Ballinger Mono Light" panose="00000400000000000000" pitchFamily="50" charset="0"/>
            </a:endParaRPr>
          </a:p>
          <a:p>
            <a:pPr marL="0" indent="0" algn="just">
              <a:lnSpc>
                <a:spcPct val="100000"/>
              </a:lnSpc>
              <a:spcBef>
                <a:spcPts val="400"/>
              </a:spcBef>
              <a:buNone/>
            </a:pPr>
            <a:r>
              <a:rPr lang="es-MX" sz="1400" dirty="0">
                <a:latin typeface="Ballinger Mono Light" panose="00000400000000000000" pitchFamily="50" charset="0"/>
              </a:rPr>
              <a:t>4.32% a junio de 2025</a:t>
            </a: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s-CO" sz="1400" dirty="0">
              <a:latin typeface="Ballinger Mono Light" panose="00000400000000000000" pitchFamily="50" charset="0"/>
            </a:endParaRPr>
          </a:p>
        </p:txBody>
      </p:sp>
      <p:pic>
        <p:nvPicPr>
          <p:cNvPr id="2052" name="AEDMI_IMAGEN" descr="15.400+ Mapa Mexico Fotografías de stock, fotos e imágenes libres de  derechos - iStock">
            <a:extLst>
              <a:ext uri="{FF2B5EF4-FFF2-40B4-BE49-F238E27FC236}">
                <a16:creationId xmlns:a16="http://schemas.microsoft.com/office/drawing/2014/main" id="{29A7F98E-C320-674E-3C57-3C6582A68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24" y="1654149"/>
            <a:ext cx="5407820" cy="4246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3" name="AEDMI_SUBTITULO"/>
          <p:cNvSpPr txBox="1"/>
          <p:nvPr/>
        </p:nvSpPr>
        <p:spPr>
          <a:xfrm>
            <a:off x="411480" y="914400"/>
            <a:ext cx="112471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 </a:t>
            </a:r>
          </a:p>
        </p:txBody>
      </p:sp>
      <p:sp>
        <p:nvSpPr>
          <p:cNvPr id="2054" name="AEDMI_FUENTE"/>
          <p:cNvSpPr txBox="1"/>
          <p:nvPr/>
        </p:nvSpPr>
        <p:spPr>
          <a:xfrm>
            <a:off x="411480" y="6327648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997094168"/>
      </p:ext>
    </p:extLst>
  </p:cSld>
  <p:clrMapOvr>
    <a:masterClrMapping/>
  </p:clrMapOvr>
</p:sld>
</file>

<file path=ppt/theme/theme1.xml><?xml version="1.0" encoding="utf-8"?>
<a:theme xmlns:a="http://schemas.openxmlformats.org/drawingml/2006/main" name="PhiQus">
  <a:themeElements>
    <a:clrScheme name="Phiqus">
      <a:dk1>
        <a:srgbClr val="212121"/>
      </a:dk1>
      <a:lt1>
        <a:srgbClr val="FFFFFF"/>
      </a:lt1>
      <a:dk2>
        <a:srgbClr val="212121"/>
      </a:dk2>
      <a:lt2>
        <a:srgbClr val="FFFFFF"/>
      </a:lt2>
      <a:accent1>
        <a:srgbClr val="F178F2"/>
      </a:accent1>
      <a:accent2>
        <a:srgbClr val="F1F10B"/>
      </a:accent2>
      <a:accent3>
        <a:srgbClr val="0675F1"/>
      </a:accent3>
      <a:accent4>
        <a:srgbClr val="37F18A"/>
      </a:accent4>
      <a:accent5>
        <a:srgbClr val="F17806"/>
      </a:accent5>
      <a:accent6>
        <a:srgbClr val="FFFFFF"/>
      </a:accent6>
      <a:hlink>
        <a:srgbClr val="0675F1"/>
      </a:hlink>
      <a:folHlink>
        <a:srgbClr val="0A50A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hiQus" id="{2895FE33-E680-B840-81D8-ADE7D7CD42BF}" vid="{773FE33B-C19A-B544-ABE9-DA563DCCDF44}"/>
    </a:ext>
  </a:extLst>
</a:theme>
</file>

<file path=ppt/theme/theme2.xml><?xml version="1.0" encoding="utf-8"?>
<a:theme xmlns:a="http://schemas.openxmlformats.org/drawingml/2006/main" name="1_PhiQus">
  <a:themeElements>
    <a:clrScheme name="Phiqus">
      <a:dk1>
        <a:srgbClr val="212121"/>
      </a:dk1>
      <a:lt1>
        <a:srgbClr val="FFFFFF"/>
      </a:lt1>
      <a:dk2>
        <a:srgbClr val="212121"/>
      </a:dk2>
      <a:lt2>
        <a:srgbClr val="FFFFFF"/>
      </a:lt2>
      <a:accent1>
        <a:srgbClr val="F178F2"/>
      </a:accent1>
      <a:accent2>
        <a:srgbClr val="F1F10B"/>
      </a:accent2>
      <a:accent3>
        <a:srgbClr val="0675F1"/>
      </a:accent3>
      <a:accent4>
        <a:srgbClr val="37F18A"/>
      </a:accent4>
      <a:accent5>
        <a:srgbClr val="F17806"/>
      </a:accent5>
      <a:accent6>
        <a:srgbClr val="FFFFFF"/>
      </a:accent6>
      <a:hlink>
        <a:srgbClr val="0675F1"/>
      </a:hlink>
      <a:folHlink>
        <a:srgbClr val="0A50A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hiQus" id="{2895FE33-E680-B840-81D8-ADE7D7CD42BF}" vid="{773FE33B-C19A-B544-ABE9-DA563DCCDF44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dc2ee3-2ca2-4a1f-b368-8a1a97b9667b">
      <Terms xmlns="http://schemas.microsoft.com/office/infopath/2007/PartnerControls"/>
    </lcf76f155ced4ddcb4097134ff3c332f>
    <TaxCatchAll xmlns="8ba8a878-141d-4385-9956-1b011913440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A067A457CB13343B8C57377F6516967" ma:contentTypeVersion="14" ma:contentTypeDescription="Crear nuevo documento." ma:contentTypeScope="" ma:versionID="4e30d30c751fdd129605f63034c99f40">
  <xsd:schema xmlns:xsd="http://www.w3.org/2001/XMLSchema" xmlns:xs="http://www.w3.org/2001/XMLSchema" xmlns:p="http://schemas.microsoft.com/office/2006/metadata/properties" xmlns:ns2="43dc2ee3-2ca2-4a1f-b368-8a1a97b9667b" xmlns:ns3="8ba8a878-141d-4385-9956-1b0119134405" targetNamespace="http://schemas.microsoft.com/office/2006/metadata/properties" ma:root="true" ma:fieldsID="e2c7c78e517b87be5c837555940150e6" ns2:_="" ns3:_="">
    <xsd:import namespace="43dc2ee3-2ca2-4a1f-b368-8a1a97b9667b"/>
    <xsd:import namespace="8ba8a878-141d-4385-9956-1b01191344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dc2ee3-2ca2-4a1f-b368-8a1a97b966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2dea630c-c225-4870-8a6e-57ebad72abd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a8a878-141d-4385-9956-1b011913440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e1ddf26-f814-4f34-99fa-66001d4d79c8}" ma:internalName="TaxCatchAll" ma:showField="CatchAllData" ma:web="8ba8a878-141d-4385-9956-1b01191344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5395D0-9E2E-4ED3-9780-32768867312D}">
  <ds:schemaRefs>
    <ds:schemaRef ds:uri="43dc2ee3-2ca2-4a1f-b368-8a1a97b9667b"/>
    <ds:schemaRef ds:uri="8ba8a878-141d-4385-9956-1b011913440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FDBA78F-991B-4A16-AE9E-CAB82ED84C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B870B7-2E3B-41AD-9475-AB3405C3AD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dc2ee3-2ca2-4a1f-b368-8a1a97b9667b"/>
    <ds:schemaRef ds:uri="8ba8a878-141d-4385-9956-1b01191344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89bb3fff-8810-4b8f-b239-e072fbb62c42}" enabled="0" method="" siteId="{89bb3fff-8810-4b8f-b239-e072fbb62c4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PhiQus</Template>
  <TotalTime>74</TotalTime>
  <Words>1824</Words>
  <Application>Microsoft Office PowerPoint</Application>
  <PresentationFormat>Personalizado</PresentationFormat>
  <Paragraphs>152</Paragraphs>
  <Slides>32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32</vt:i4>
      </vt:variant>
    </vt:vector>
  </HeadingPairs>
  <TitlesOfParts>
    <vt:vector size="42" baseType="lpstr">
      <vt:lpstr>Aptos Light</vt:lpstr>
      <vt:lpstr>Arial</vt:lpstr>
      <vt:lpstr>Arial Black</vt:lpstr>
      <vt:lpstr>Ballinger Mono Bold</vt:lpstr>
      <vt:lpstr>Ballinger Mono Light</vt:lpstr>
      <vt:lpstr>Calibri</vt:lpstr>
      <vt:lpstr>DIN Arabic</vt:lpstr>
      <vt:lpstr>FSP DEMO - Ballinger Mono</vt:lpstr>
      <vt:lpstr>PhiQus</vt:lpstr>
      <vt:lpstr>1_PhiQus</vt:lpstr>
      <vt:lpstr>&lt;Estudio de mayor y mejor uso&gt; </vt:lpstr>
      <vt:lpstr>Presentación de PowerPoint</vt:lpstr>
      <vt:lpstr>Presentación de PowerPoint</vt:lpstr>
      <vt:lpstr>Resumen Ejecutivo</vt:lpstr>
      <vt:lpstr>Presentación de PowerPoint</vt:lpstr>
      <vt:lpstr>Presentación de PowerPoint</vt:lpstr>
      <vt:lpstr>Presentación de PowerPoint</vt:lpstr>
      <vt:lpstr>Análisis de Entorno</vt:lpstr>
      <vt:lpstr>MÉXICO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JALISCO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Conclusiones y recomendaciones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Yessica Solórzano</dc:creator>
  <cp:lastModifiedBy>Helena Avilez</cp:lastModifiedBy>
  <cp:revision>1</cp:revision>
  <dcterms:created xsi:type="dcterms:W3CDTF">2024-02-20T05:28:19Z</dcterms:created>
  <dcterms:modified xsi:type="dcterms:W3CDTF">2026-03-09T01:52:40Z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2024-01-04T00:00:00Z</vt:filetime>
  </property>
  <property fmtid="{D5CDD505-2E9C-101B-9397-08002B2CF9AE}" pid="3" name="Creator">
    <vt:lpwstr>Keynote</vt:lpwstr>
  </property>
  <property fmtid="{D5CDD505-2E9C-101B-9397-08002B2CF9AE}" pid="4" name="LastSaved">
    <vt:filetime>2024-02-16T00:00:00Z</vt:filetime>
  </property>
  <property fmtid="{D5CDD505-2E9C-101B-9397-08002B2CF9AE}" pid="5" name="Producer">
    <vt:lpwstr>macOS Versión 13.6.1 (Fase 22G313) Quartz PDFContext</vt:lpwstr>
  </property>
  <property fmtid="{D5CDD505-2E9C-101B-9397-08002B2CF9AE}" pid="6" name="ContentTypeId">
    <vt:lpwstr>0x0101006A067A457CB13343B8C57377F6516967</vt:lpwstr>
  </property>
  <property fmtid="{D5CDD505-2E9C-101B-9397-08002B2CF9AE}" pid="7" name="MediaServiceImageTags">
    <vt:lpwstr/>
  </property>
  <property fmtid="{D5CDD505-2E9C-101B-9397-08002B2CF9AE}" pid="8" name="xd_ProgID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  <property fmtid="{D5CDD505-2E9C-101B-9397-08002B2CF9AE}" pid="13" name="xd_Signature">
    <vt:bool>false</vt:bool>
  </property>
  <property fmtid="{D5CDD505-2E9C-101B-9397-08002B2CF9AE}" pid="14" name="Order">
    <vt:r8>4100</vt:r8>
  </property>
</Properties>
</file>